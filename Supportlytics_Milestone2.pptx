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35C4A-504A-42CB-8A8C-5A1E3D070A3C}" v="1" dt="2026-07-24T09:38:17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Sundar" userId="42c8283193b06fda" providerId="LiveId" clId="{1070B64A-DE83-4FB5-A009-0EB4F14EEF84}"/>
    <pc:docChg chg="modSld">
      <pc:chgData name="Hema Sundar" userId="42c8283193b06fda" providerId="LiveId" clId="{1070B64A-DE83-4FB5-A009-0EB4F14EEF84}" dt="2026-07-24T09:38:17.298" v="0"/>
      <pc:docMkLst>
        <pc:docMk/>
      </pc:docMkLst>
      <pc:sldChg chg="modTransition">
        <pc:chgData name="Hema Sundar" userId="42c8283193b06fda" providerId="LiveId" clId="{1070B64A-DE83-4FB5-A009-0EB4F14EEF84}" dt="2026-07-24T09:38:17.298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64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IT Support Team Performance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Analytics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60350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Exploratory Data Analysis &amp; Cluster Insights (Modules 3 &amp; 4)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Sundar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Shanmukha Priya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7764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2578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Visualization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3282696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3154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Distribution by Type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059936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9319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Support Categories by Frequency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4837176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7091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Distribution Across Queues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5257800" cy="397764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74520"/>
            <a:ext cx="52578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03911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&amp; Cluster Insights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37960" y="3282696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154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Similarity &amp; Cohesion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4059936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9319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vs. Issue Type Composition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37960" y="4837176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47091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 Analysis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Volume Distribution by Type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vs. Requests Volume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2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41" y="2011680"/>
            <a:ext cx="7126238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Support Categories by Frequency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and Pareto (80/20)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26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64" y="2011680"/>
            <a:ext cx="8645793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Distribution Across Queues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Pressure and Queue Severity Breakdown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3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591" y="2011680"/>
            <a:ext cx="8442338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Similarity &amp; Cohesion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 Scores vs. 0.75 Quality Threshold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3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62" y="2011680"/>
            <a:ext cx="8248595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Size vs. Issue Type Composition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Issue Type Breakdown across Top Clusters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35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572" y="2011680"/>
            <a:ext cx="7318377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Gap Analysis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Duration Spreads &amp; High-Wait Bottlenecks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pptx_work2/Screenshot_2026-07-24_133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78418"/>
            <a:ext cx="10241280" cy="384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Strategic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338328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Deflection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dominate ticket volume — deploy self-service and automated triage to absorb high-frequency, low-complexity issues before they reach an agent.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429000" cy="338328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Standardization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33375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clusters share consistent issue compositions — standardized response templates for these categories can cut resolution time and improve consistency.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1874520"/>
            <a:ext cx="3429000" cy="338328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Optimization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84464" y="33375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Support carries the heaviest load across all priority levels — rebalancing queue assignments can relieve bottlenecks and speed up high-priority resolution.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 Sundar</cp:lastModifiedBy>
  <cp:revision>1</cp:revision>
  <dcterms:created xsi:type="dcterms:W3CDTF">2026-07-24T09:13:41Z</dcterms:created>
  <dcterms:modified xsi:type="dcterms:W3CDTF">2026-07-24T09:38:26Z</dcterms:modified>
</cp:coreProperties>
</file>