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0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88B71-1F78-4293-8E7F-9A157F37ABE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1D54E-0261-4D57-9535-220E17DE8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988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17CFF-A8A0-CC74-072D-EF9697679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19212-9B1C-94E0-4B2A-C64D26C20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F8E39-8F43-1F39-FCA7-49E47E8B7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1D025-B5E9-CC1A-8E54-C61BAC8A1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65C6B-D28D-403F-3B48-2A62055E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69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CF45-ABF3-8026-FB2E-C78F3A70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43CA8-0339-AB65-3EB5-93D467F7E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1E166-5BC5-2E4C-6579-DA126158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C2386-A219-D865-9BB9-A27CA74D4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785B9-3B0C-B98B-3708-2258E61F7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51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8060F-EDB1-9FE0-66F3-1FF9DD2E9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2DEB8-9A97-E93D-FD03-509575E61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994B5-0F16-FA0F-C2CA-716E8231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B0484-7CCD-9C12-1BE2-8E4C554A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F4197-70C0-B891-B2F5-ABE82F01F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E307-27C1-ECA6-91A9-9A663E73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87533-2FCE-D3FF-0063-BAA4FF72F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3823B-EE0C-8BAC-8BF4-C6C5BA1B5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959B5-0D3D-9E41-902A-F629FA59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426D7-EB90-5312-E88E-13F5F5EA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BD98C-8280-2B99-113A-8BDB8AD3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40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99F85-9A38-EAA9-D877-FEB8164CD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3F964-DB35-40A3-7074-F8CDEA018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53A7D-6A51-8C76-6F61-0A4CD7AA9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9C0B5C-15A8-B116-709B-FF69C2400E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1F234E-98AA-5EDC-1E58-756B13384E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A3F79D-0543-2991-9503-269C9E317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52FCDC-4C2E-0ABA-4B60-AA46D09C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3D980-0F78-5F0D-E321-77039671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05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D52D-7375-C739-CA29-C871987E9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BAEA2-58F0-072E-0025-AA05FA1D4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D78DE-C64F-1F02-5F4F-6D18ECDF0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39F6D-3D86-1FAA-B366-4E9B5735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25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70463-6514-164C-DA87-D0884012B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3D5016-B636-CDB7-765D-FEBE9FCF5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99D79-2F14-8615-3271-F917B231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63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DDFF1-6C16-591C-B075-D9D0C6713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CBCF-6A25-4DA1-F049-443AB4B79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93EED-CF0B-C218-F659-3344F20FF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DF432-94CD-CC29-F898-1AAFB428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31213-B0B1-6002-421C-C78053077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F643D-4414-329D-D633-20C5858F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57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A7BF-FC09-4B79-ADFE-15A6BFDB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66D536-99BA-75C3-B5CB-DA340CC01D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58799-17E6-7EEF-3267-1D28B7F25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5CA00-7A0A-08B3-E203-89E210F7A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35DB4-A61A-0C6E-50A0-E9831A527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EEF8D-A004-8DC4-BDBD-D83017BE3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83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BD2E-3AF8-8A2B-A0C7-7AE36F2D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3DC08-4F15-7977-EAEB-CFD7922AF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D25DE-1FE6-824D-39AF-DB7A78406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DB8DC-1B50-8A18-5A24-693E4CEE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EF769-30E6-E428-429A-A68D4570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45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4FBADD-4E11-0720-1AC5-A7B616F0F2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31423-F9C8-086C-31AA-FEDC7E90E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6D63-BA2F-B844-DEDB-FEC4C3F2F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CBA49-2D83-BD28-7EF0-F2F4FF88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9218D-DB1A-0704-9319-A9BE353B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20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07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69CF9-AF55-E168-B034-CA7736C48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A704F-ADDF-E4DA-FA37-864A1505E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F2A74-717E-EA39-D07B-BB47EBFB8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BDE8A-B2BE-43B3-8BCA-1C57A28E930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2110E-A8E5-7AEB-6102-6EEEDDEDC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525F-8391-9F6C-2848-7EF5E1EFB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98C0E-88AD-4FEE-9E78-0543F2126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79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8412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600"/>
              </a:lnSpc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Support IT Support Tickets:</a:t>
            </a:r>
            <a:endParaRPr lang="en-US" sz="4000" dirty="0"/>
          </a:p>
          <a:p>
            <a:pPr>
              <a:lnSpc>
                <a:spcPts val="4600"/>
              </a:lnSpc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IT Support Tickets:</a:t>
            </a:r>
            <a:endParaRPr lang="en-US" sz="4000" dirty="0"/>
          </a:p>
          <a:p>
            <a:pPr>
              <a:lnSpc>
                <a:spcPts val="4600"/>
              </a:lnSpc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IT Support Tickets:</a:t>
            </a:r>
            <a:endParaRPr lang="en-US" sz="4000" dirty="0"/>
          </a:p>
          <a:p>
            <a:pPr>
              <a:lnSpc>
                <a:spcPts val="4600"/>
              </a:lnSpc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000" dirty="0"/>
          </a:p>
          <a:p>
            <a:pPr>
              <a:lnSpc>
                <a:spcPts val="4600"/>
              </a:lnSpc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Tickets: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Schema, Data Types, and Missing Values in a 100K Synthetic IT Support Ticket Dataset</a:t>
            </a:r>
            <a:endParaRPr lang="en-US" sz="1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5349240"/>
            <a:ext cx="10058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486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Varsha B 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5897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Science &amp; Engineering (Data Science)</a:t>
            </a:r>
            <a:endParaRPr lang="en-US" sz="1250" dirty="0">
              <a:solidFill>
                <a:srgbClr val="0070C0"/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Bapuji Institute of Engineering and Technology, Davangere</a:t>
            </a:r>
            <a:endParaRPr lang="en-US" sz="1250" dirty="0">
              <a:solidFill>
                <a:srgbClr val="0070C0"/>
              </a:solidFill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5989320"/>
            <a:ext cx="365760" cy="36576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5989320"/>
            <a:ext cx="365760" cy="3657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239598-8D31-FD20-79B1-C4A0FA34DD0A}"/>
              </a:ext>
            </a:extLst>
          </p:cNvPr>
          <p:cNvSpPr txBox="1"/>
          <p:nvPr/>
        </p:nvSpPr>
        <p:spPr>
          <a:xfrm>
            <a:off x="3108960" y="1434247"/>
            <a:ext cx="713232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600"/>
              </a:lnSpc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C:\Users\User\Downloads\Title_Slide.pptxIT Support Tickets: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BB657-BFBB-ABF0-35A1-055949F3961A}"/>
              </a:ext>
            </a:extLst>
          </p:cNvPr>
          <p:cNvSpPr txBox="1"/>
          <p:nvPr/>
        </p:nvSpPr>
        <p:spPr>
          <a:xfrm>
            <a:off x="640080" y="2163097"/>
            <a:ext cx="6586630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IT Support Tickets:</a:t>
            </a:r>
            <a:endParaRPr lang="en-US" sz="4000" dirty="0"/>
          </a:p>
          <a:p>
            <a:pPr>
              <a:lnSpc>
                <a:spcPts val="4600"/>
              </a:lnSpc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000" dirty="0"/>
          </a:p>
          <a:p>
            <a:endParaRPr lang="en-IN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20F87-A9B9-BFA9-1B90-FDA744652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Module 5 – Performance 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80C64-4EF7-7D1F-4143-D0F2B2D84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832"/>
            <a:ext cx="10515600" cy="464313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Analyse the performance of the IT support team by evaluating:</a:t>
            </a:r>
          </a:p>
          <a:p>
            <a:pPr lvl="0"/>
            <a:r>
              <a:rPr lang="en-IN" dirty="0"/>
              <a:t>Average resolution time </a:t>
            </a:r>
          </a:p>
          <a:p>
            <a:pPr lvl="0"/>
            <a:r>
              <a:rPr lang="en-IN" dirty="0"/>
              <a:t>Ticket priority </a:t>
            </a:r>
          </a:p>
          <a:p>
            <a:pPr lvl="0"/>
            <a:r>
              <a:rPr lang="en-IN" dirty="0"/>
              <a:t>Issue types </a:t>
            </a:r>
          </a:p>
          <a:p>
            <a:pPr lvl="0"/>
            <a:r>
              <a:rPr lang="en-IN" dirty="0"/>
              <a:t>Regional performance </a:t>
            </a:r>
          </a:p>
          <a:p>
            <a:pPr lvl="0"/>
            <a:r>
              <a:rPr lang="en-IN" dirty="0"/>
              <a:t>Queue performance </a:t>
            </a:r>
          </a:p>
          <a:p>
            <a:pPr lvl="0"/>
            <a:r>
              <a:rPr lang="en-IN" dirty="0"/>
              <a:t>High-priority unresolved tickets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7077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EF55A-317B-CE4F-D804-2C639CAEE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/>
          <a:lstStyle/>
          <a:p>
            <a:r>
              <a:rPr lang="en-IN" dirty="0"/>
              <a:t>Performance Analysis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4B30E8F-32AD-504E-D6C2-CC6B8E5FC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1172" y="521111"/>
            <a:ext cx="4500454" cy="37722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A62E43-D423-7B7F-4FB2-5DD7B7469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87" y="1397513"/>
            <a:ext cx="5068326" cy="42447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58D336-9229-7172-64B8-B309C5DF72DC}"/>
              </a:ext>
            </a:extLst>
          </p:cNvPr>
          <p:cNvSpPr txBox="1"/>
          <p:nvPr/>
        </p:nvSpPr>
        <p:spPr>
          <a:xfrm>
            <a:off x="4788311" y="4721823"/>
            <a:ext cx="61058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Findings</a:t>
            </a:r>
          </a:p>
          <a:p>
            <a:pPr lvl="0"/>
            <a:r>
              <a:rPr lang="en-IN" dirty="0"/>
              <a:t>High-priority tickets require more attention. </a:t>
            </a:r>
          </a:p>
          <a:p>
            <a:pPr lvl="0"/>
            <a:r>
              <a:rPr lang="en-IN" dirty="0"/>
              <a:t>Performance-related issues take longer to resolve. </a:t>
            </a:r>
          </a:p>
          <a:p>
            <a:pPr lvl="0"/>
            <a:r>
              <a:rPr lang="en-IN" dirty="0"/>
              <a:t>Some issue types have consistently higher resolution times.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518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4EE7-B68D-6692-E378-3F7FE13E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r>
              <a:rPr lang="en-IN" dirty="0"/>
              <a:t>Regional &amp; Queue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812EE0-00A3-0E21-7047-46F8CA47A7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822" y="1383517"/>
            <a:ext cx="5411204" cy="4252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EB469-1B6B-AC6E-651A-7FF27E0B7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83517"/>
            <a:ext cx="5883150" cy="46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60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C18E-97BE-42A5-F1FA-B11E5C4C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IN" dirty="0"/>
              <a:t>High-Priority Ticket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4A7C02-7F9A-DC8B-39F1-D41DABCA0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485" y="1102458"/>
            <a:ext cx="5296359" cy="37722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7E6CEA-5AB8-F10D-3CB2-471EC5DA604D}"/>
              </a:ext>
            </a:extLst>
          </p:cNvPr>
          <p:cNvSpPr txBox="1"/>
          <p:nvPr/>
        </p:nvSpPr>
        <p:spPr>
          <a:xfrm>
            <a:off x="5257800" y="515537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Findings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Critical tickets requiring immediate attention.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Ticket backlog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Areas where SLA improvement is needed.</a:t>
            </a:r>
          </a:p>
        </p:txBody>
      </p:sp>
    </p:spTree>
    <p:extLst>
      <p:ext uri="{BB962C8B-B14F-4D97-AF65-F5344CB8AC3E}">
        <p14:creationId xmlns:p14="http://schemas.microsoft.com/office/powerpoint/2010/main" val="3819638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D709-D82F-EA6E-7715-F95BDE225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>
            <a:normAutofit fontScale="90000"/>
          </a:bodyPr>
          <a:lstStyle/>
          <a:p>
            <a:r>
              <a:rPr lang="en-IN" dirty="0"/>
              <a:t>Module 6 – Geographic &amp; Category-Level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C3B33-8B50-C0B2-7762-C3A61A500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5"/>
            <a:ext cx="10515600" cy="476111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Objective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ticket distribution geographically. </a:t>
            </a:r>
          </a:p>
          <a:p>
            <a:pPr lvl="0"/>
            <a:r>
              <a:rPr lang="en-IN" dirty="0"/>
              <a:t>Compare issue categories across regions. </a:t>
            </a:r>
          </a:p>
          <a:p>
            <a:pPr lvl="0"/>
            <a:r>
              <a:rPr lang="en-IN" dirty="0"/>
              <a:t>Evaluate cluster performance. </a:t>
            </a:r>
          </a:p>
          <a:p>
            <a:pPr lvl="0"/>
            <a:r>
              <a:rPr lang="en-IN" dirty="0"/>
              <a:t>Generate geographic visualizations.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64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3B298-E8C9-33D4-DA76-82D420A04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269"/>
          </a:xfrm>
        </p:spPr>
        <p:txBody>
          <a:bodyPr>
            <a:normAutofit fontScale="90000"/>
          </a:bodyPr>
          <a:lstStyle/>
          <a:p>
            <a:r>
              <a:rPr lang="en-IN" dirty="0"/>
              <a:t>Geographic Visualizations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B9F0FC-CC47-B6E7-B47D-4CA3D2F57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021" y="4167284"/>
            <a:ext cx="5524979" cy="26596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31FE99-C053-F745-28D0-7185AC7EF3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09" r="35460"/>
          <a:stretch>
            <a:fillRect/>
          </a:stretch>
        </p:blipFill>
        <p:spPr>
          <a:xfrm>
            <a:off x="235364" y="1897625"/>
            <a:ext cx="4867578" cy="2124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7FC4A7-B0FA-7713-6B5A-632925FD9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90716"/>
            <a:ext cx="5555461" cy="25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46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2C457-31A9-8638-4342-556371F1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 fontScale="90000"/>
          </a:bodyPr>
          <a:lstStyle/>
          <a:p>
            <a:r>
              <a:rPr lang="en-IN" dirty="0"/>
              <a:t>Comparative Charts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1243D1-CBA1-5C68-8861-2F51F5568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817" y="1506672"/>
            <a:ext cx="5974598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3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210</Words>
  <Application>Microsoft Office PowerPoint</Application>
  <PresentationFormat>Widescreen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Module 5 – Performance Trend Analysis</vt:lpstr>
      <vt:lpstr>Performance Analysis</vt:lpstr>
      <vt:lpstr>Regional &amp; Queue Performance</vt:lpstr>
      <vt:lpstr>High-Priority Ticket Analysis</vt:lpstr>
      <vt:lpstr>Module 6 – Geographic &amp; Category-Level Insights</vt:lpstr>
      <vt:lpstr>Geographic Visualizations</vt:lpstr>
      <vt:lpstr>Comparative Charts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varsha bo</dc:creator>
  <cp:lastModifiedBy>varsha bo</cp:lastModifiedBy>
  <cp:revision>2</cp:revision>
  <dcterms:created xsi:type="dcterms:W3CDTF">2026-08-06T07:48:07Z</dcterms:created>
  <dcterms:modified xsi:type="dcterms:W3CDTF">2026-08-18T14:09:49Z</dcterms:modified>
</cp:coreProperties>
</file>