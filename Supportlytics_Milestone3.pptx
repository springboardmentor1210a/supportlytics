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IT Support Team Performance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Analytics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73152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·  Performance Trends &amp; Geographic Insights (Modules 5 &amp; 6)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 Hema Sundar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Shanmukha Priya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&amp;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7764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2578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Trend Analysis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0120" y="3502152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364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 by Priority &amp; Ticket Type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279392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1422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Support Teams / Queues by Resolution Speed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5056632"/>
            <a:ext cx="118872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9194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Unresolved Tickets Across Queues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5257800" cy="397764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874520"/>
            <a:ext cx="52578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0391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Category Insights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37960" y="3502152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3649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Concentration Heatmap by Region &amp; Category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537960" y="4279392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1422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vs. Customer Satisfaction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37960" y="5056632"/>
            <a:ext cx="118872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9194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Summary by Country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Resolution Time by Type &amp; Priority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Duration Spread Across Ticket Type &amp; Severity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6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401" y="2011680"/>
            <a:ext cx="8548718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Support Teams / Queues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Queue-Level Resolution Efficiency Ranking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7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86" y="2011680"/>
            <a:ext cx="8339949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Unresolved High &amp; Critical Tickets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Total High &amp; Critical Tickets Still Open Across Queues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7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71" y="2011680"/>
            <a:ext cx="8195379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Concentration Heatmap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Category Load Distribution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7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28" y="2011680"/>
            <a:ext cx="6510664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Size vs. Customer Satisfaction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Clusters Trend Toward Higher Satisfaction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8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67" y="2011680"/>
            <a:ext cx="7559987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Summary by Country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78638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Focus:  </a:t>
            </a: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in Volume; UK Leads in Avg. Performance Score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881360" cy="4617720"/>
          </a:xfrm>
          <a:prstGeom prst="rect">
            <a:avLst/>
          </a:prstGeom>
          <a:solidFill>
            <a:srgbClr val="F4F8FA"/>
          </a:solidFill>
          <a:ln/>
        </p:spPr>
      </p:sp>
      <p:pic>
        <p:nvPicPr>
          <p:cNvPr id="8" name="Image 0" descr="/home/claude/m3/Screenshot_2026-08-06_1628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559562"/>
            <a:ext cx="6400800" cy="28818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· 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Strategic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47288" cy="3383280"/>
          </a:xfrm>
          <a:prstGeom prst="rect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Escalation Bottleneck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carrying the highest-severity tickets, VIP Escalations posts the slowest average resolution time (~35.7 hrs) of any queue — audit escalation handoffs and on-call staffing.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874520"/>
            <a:ext cx="3447288" cy="33832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28346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Backlog Clearance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356616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High/Critical tickets remain unresolved, concentrated in Tier 1 Support (89) and Tier 2 Technical (68) — prioritize a focused backlog-clearance sprint.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18704" y="1874520"/>
            <a:ext cx="3447288" cy="3383280"/>
          </a:xfrm>
          <a:prstGeom prst="rect">
            <a:avLst/>
          </a:prstGeom>
          <a:solidFill>
            <a:srgbClr val="0F3D5C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2103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93024" y="2834640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Region-Agnostic Tech Investment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93024" y="3566160"/>
            <a:ext cx="2898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 dominate ticket volume in every region (500+ tickets each) — centralize technical support tooling and staffing rather than regionalizing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 Sundar</cp:lastModifiedBy>
  <cp:revision>1</cp:revision>
  <dcterms:created xsi:type="dcterms:W3CDTF">2026-08-06T11:10:49Z</dcterms:created>
  <dcterms:modified xsi:type="dcterms:W3CDTF">2026-08-06T11:14:51Z</dcterms:modified>
</cp:coreProperties>
</file>