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6131A-5052-43A7-AE2C-85CFD54AEF9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C4566-C317-4D0B-A7FF-39BC772F9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907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93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8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93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5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60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1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6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0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7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28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305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13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847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615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6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148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43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E50C2C-B3D8-4AF1-9E2A-8E534C0CB39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4C28331-D7B9-4A2C-A540-567FC1D87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4546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412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Support Tickets: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Schema, Data Types, and Missing Values in a 100K Synthetic IT Support Ticket Dataset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34924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486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Varsha B 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5897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&amp; Engineering (Data Science)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Bapuji Institute of Engineering and Technology, Davangere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5989320"/>
            <a:ext cx="365760" cy="36576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59893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61B2-257E-1AB1-6B70-28FDE287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D5373-D3F5-C117-2F31-E1ED497AA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6234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Visualization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Distribution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Analysis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Gap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Time Analysis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Analysis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621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2ACE-CA87-546F-3815-71935AA6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Exploratory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8CFFF-2E75-528A-E904-F44AEF036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50143"/>
            <a:ext cx="10131425" cy="404105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Activities Performed</a:t>
            </a:r>
          </a:p>
          <a:p>
            <a:r>
              <a:rPr lang="en-IN" dirty="0" err="1"/>
              <a:t>Analyzed</a:t>
            </a:r>
            <a:r>
              <a:rPr lang="en-IN" dirty="0"/>
              <a:t> ticket distribution by issue type. </a:t>
            </a:r>
          </a:p>
          <a:p>
            <a:r>
              <a:rPr lang="en-IN" dirty="0"/>
              <a:t>Identified top product categories. </a:t>
            </a:r>
          </a:p>
          <a:p>
            <a:r>
              <a:rPr lang="en-IN" dirty="0"/>
              <a:t>Created Queue column using business rules. </a:t>
            </a:r>
          </a:p>
          <a:p>
            <a:r>
              <a:rPr lang="en-IN" dirty="0"/>
              <a:t>Generated Cluster and Cluster Description columns. </a:t>
            </a:r>
          </a:p>
          <a:p>
            <a:r>
              <a:rPr lang="en-IN" dirty="0"/>
              <a:t>Visualized ticket priority and queue distribution.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57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9E882C-BC49-D2B9-9ECC-B21FE0AC3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30" y="176230"/>
            <a:ext cx="5656157" cy="5974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1F4D81-B9A6-397B-4CF6-A8366561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815" y="176230"/>
            <a:ext cx="5656157" cy="597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5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B00A12-C55E-BB2F-17F9-0C4E3BC9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7" y="498989"/>
            <a:ext cx="5685013" cy="5395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55AE43-DB25-8F71-C794-FDE6477D0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974" y="498990"/>
            <a:ext cx="5685013" cy="53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44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3D1AA-CC3A-22C0-4C59-794F70AD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945760" cy="145626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Similarity &amp; Cluster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69144-98F0-2EA8-4663-4C678CFD9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Activities Performed</a:t>
            </a:r>
          </a:p>
          <a:p>
            <a:r>
              <a:rPr lang="en-IN" dirty="0"/>
              <a:t>Created Similarity Score. </a:t>
            </a:r>
          </a:p>
          <a:p>
            <a:r>
              <a:rPr lang="en-IN" dirty="0"/>
              <a:t>Compared clusters by frequency. </a:t>
            </a:r>
          </a:p>
          <a:p>
            <a:r>
              <a:rPr lang="en-IN" dirty="0"/>
              <a:t>Analysed issue types across clusters. </a:t>
            </a:r>
          </a:p>
          <a:p>
            <a:r>
              <a:rPr lang="en-IN" dirty="0"/>
              <a:t>Compared queue distribution. </a:t>
            </a:r>
          </a:p>
          <a:p>
            <a:r>
              <a:rPr lang="en-IN" dirty="0"/>
              <a:t>Evaluated performance gaps. </a:t>
            </a:r>
          </a:p>
          <a:p>
            <a:r>
              <a:rPr lang="en-IN" dirty="0"/>
              <a:t>Studied customer satisfaction by cluster.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47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A747-0049-8C43-A8E3-E071E89B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1C96D8-10E0-D06E-4569-0B7B071AA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668" y="1170192"/>
            <a:ext cx="5650986" cy="5114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F4B531-D18E-9B0D-D2A3-60F7AA92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70192"/>
            <a:ext cx="5867908" cy="517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36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56AF-D9AE-BA31-D7F4-77A9DF35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C2F722-B735-305B-ACA0-F5667223E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08" y="1041810"/>
            <a:ext cx="6216247" cy="504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3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6109C-FBA4-F5F3-78EF-EBA30EC6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Gap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1F295B-E7AF-8899-5CAF-3B77BF187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635" y="1089457"/>
            <a:ext cx="5570703" cy="5017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D8D867-7079-FC4A-95DE-4304AC3E6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664" y="1089455"/>
            <a:ext cx="5570703" cy="501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3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0B3D6-9214-631D-9393-E0A457FD5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778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FFE86C-853D-764E-0B2A-862EBC6E6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830" y="992546"/>
            <a:ext cx="6372597" cy="5145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B01FD-B20C-1223-D354-AC9CD9E26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82" y="992546"/>
            <a:ext cx="4900085" cy="525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61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159</TotalTime>
  <Words>170</Words>
  <Application>Microsoft Office PowerPoint</Application>
  <PresentationFormat>Widescreen</PresentationFormat>
  <Paragraphs>40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Cambria</vt:lpstr>
      <vt:lpstr>Times New Roman</vt:lpstr>
      <vt:lpstr>Celestial</vt:lpstr>
      <vt:lpstr>PowerPoint Presentation</vt:lpstr>
      <vt:lpstr>Work Completed</vt:lpstr>
      <vt:lpstr>Module 3 – Exploratory Visualization</vt:lpstr>
      <vt:lpstr>PowerPoint Presentation</vt:lpstr>
      <vt:lpstr>PowerPoint Presentation</vt:lpstr>
      <vt:lpstr>Module 4 – Similarity &amp; Cluster Insights</vt:lpstr>
      <vt:lpstr>Similarity Analysis</vt:lpstr>
      <vt:lpstr>Cluster Analysis</vt:lpstr>
      <vt:lpstr>Performance Gap Analysis</vt:lpstr>
      <vt:lpstr>Customer Satisfaction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varsha bo</dc:creator>
  <cp:lastModifiedBy>varsha bo</cp:lastModifiedBy>
  <cp:revision>2</cp:revision>
  <dcterms:created xsi:type="dcterms:W3CDTF">2026-07-23T11:33:27Z</dcterms:created>
  <dcterms:modified xsi:type="dcterms:W3CDTF">2026-08-18T14:09:07Z</dcterms:modified>
</cp:coreProperties>
</file>