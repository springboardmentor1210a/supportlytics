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65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1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8/15/2026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294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96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031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574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5190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860167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00638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8/15/2026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35314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9948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741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8/15/2026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02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5549844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8/15/2026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919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09448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8/15/2026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997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8/15/2026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32725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8/15/2026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725988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94077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65678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90219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387630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293780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12654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3322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8519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3318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40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337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6471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·  SUPPORTLYTICS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82518"/>
            <a:ext cx="10306359" cy="78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IT Support Team</a:t>
            </a:r>
            <a:r>
              <a:rPr lang="en-US" sz="4000" b="1" dirty="0"/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</a:t>
            </a:r>
          </a:p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Analytics</a:t>
            </a:r>
            <a:endParaRPr lang="en-US" sz="4000" b="1" dirty="0"/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80625" y="2880195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Final Presentation</a:t>
            </a:r>
            <a:endParaRPr lang="en-US" sz="2000" b="1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94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7764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Tickets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794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7764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 Pages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073" y="3820297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3880" y="37764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Countries, 3 Regions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22960" y="4490321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Tickets  ·  Cluster  ·  Geography  ·  Performance  ·  Reports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22960" y="5614993"/>
            <a:ext cx="5486400" cy="82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 Gochipathala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6-page Power BI report built on the Supportlytics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9110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3774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KPIs, ticket status, priority split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0136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110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02352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3774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product, channel, and trend analysis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8013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1109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8824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3774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and cluster performance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58444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69417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416052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map and resolution comparison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3832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58444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369417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2352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416052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time, satisfaction, SLA tracking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3832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58444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69417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16052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 and business recommendations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Desktop, connected to Supportlytics_Cleaned_Dataset.xlsx (5,000 tickets, 30 fields)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6  ·  Headline performance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2556" y="128016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2284" y="1389888"/>
            <a:ext cx="764438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total tickets, 1,621 still open, 48.13 hrs average resolution time, and a 74.95% average similarity score across clusters.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6  ·  Where tickets come from and how volume trends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2556" y="128016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Ticket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2284" y="1389888"/>
            <a:ext cx="764438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1,627 tickets resolved; 2,538 breached SLA. Email is the top channel, SAP the top product, and volume has trended downward since April.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6  ·  Similarity scores and cluster-level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2556" y="128016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Cluster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2284" y="1389888"/>
            <a:ext cx="764438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cluster shows the highest similarity score; cluster size does not consistently predict performance score.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6  ·  Regional ticket distribution and resolution speed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2556" y="128016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Geography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2284" y="1389888"/>
            <a:ext cx="764438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(39.9%) and APAC (39.8%) drive most ticket volume; North America resolves fastest at 47.90 hrs, just under the 48-hr target.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6  ·  Resolution time, satisfaction, and SLA health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2556" y="128016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Perform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2284" y="1389888"/>
            <a:ext cx="764438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satisfaction sits at 3.51/5; SLA breach rate is 50.8% — the clearest area flagged for improvement.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6  ·  Regional summary table and business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2556" y="128016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user-data/uploads/Reports___Dashboard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2284" y="1389888"/>
            <a:ext cx="764438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region × category performance summary with five key recommendations and their expected business impact.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Reports page of the live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16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9613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high-priority tickets for faster resolution.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96896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7569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86664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968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additional support resources on regions with higher ticket volumes.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502152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621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77190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50215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clusters with lower similarity scores for inconsistent issue patterns.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407408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5674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67715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4074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response workflows for urgent and high-priority tickets.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5312664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54726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58241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31266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categories with longer resolution times for process improvement.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acting on these recommendations should deliver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1920240"/>
            <a:ext cx="502920" cy="50292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20436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Ticket Resolution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25112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0A896"/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33872" y="1920240"/>
            <a:ext cx="502920" cy="50292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20436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Satisfaction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01584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610344" y="1920240"/>
            <a:ext cx="502920" cy="50292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20436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4464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Regional Resource Allocation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86791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057400" y="4096512"/>
            <a:ext cx="502920" cy="50292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0844" y="421995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47823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Workload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25112" y="386791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33872" y="4096512"/>
            <a:ext cx="502920" cy="50292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316" y="4219956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07992" y="47823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Proactive Support Management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101584" y="386791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610344" y="4096512"/>
            <a:ext cx="502920" cy="50292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3788" y="421995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84464" y="47823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 of Critical Issues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0A896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Delivered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IT_Support_Analytics.pbix — 6 pages, live and ready to present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KPI summary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200253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21424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&amp; trend analysis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5054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similarity &amp; performance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5054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21424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ticket distribution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08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&amp; SLA tracking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30083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008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&amp; impact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IT Support Analytics Dashboard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18</TotalTime>
  <Words>612</Words>
  <Application>Microsoft Office PowerPoint</Application>
  <PresentationFormat>Widescreen</PresentationFormat>
  <Paragraphs>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Arial Nova Light</vt:lpstr>
      <vt:lpstr>Calibri</vt:lpstr>
      <vt:lpstr>Cambria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Support Analytics - Power BI Dashboard</dc:title>
  <dc:subject>PptxGenJS Presentation</dc:subject>
  <dc:creator>Infosys SpringBoard 7.0</dc:creator>
  <cp:lastModifiedBy>Gochipathala Yona</cp:lastModifiedBy>
  <cp:revision>5</cp:revision>
  <dcterms:created xsi:type="dcterms:W3CDTF">2026-08-15T13:31:24Z</dcterms:created>
  <dcterms:modified xsi:type="dcterms:W3CDTF">2026-08-15T13:59:08Z</dcterms:modified>
</cp:coreProperties>
</file>