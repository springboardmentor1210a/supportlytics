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Props/core0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openxmlformats.org/officedocument/2006/relationships/metadata/core-properties" Target="docProps/core0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9144000" cy="5143500" type="screen16x9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58158B4-5E04-4CCD-A5D0-C8FDD927A1D5}" v="1" dt="2026-07-09T12:40:46.41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0" d="100"/>
          <a:sy n="100" d="100"/>
        </p:scale>
        <p:origin x="58" y="-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6/11/relationships/changesInfo" Target="changesInfos/changesInfo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DHU BABU REPALLI" userId="337d1a51e8d6a876" providerId="LiveId" clId="{23F7D730-FF31-433F-9D63-6BA0F5F646E3}"/>
    <pc:docChg chg="custSel modSld">
      <pc:chgData name="MADHU BABU REPALLI" userId="337d1a51e8d6a876" providerId="LiveId" clId="{23F7D730-FF31-433F-9D63-6BA0F5F646E3}" dt="2026-07-09T12:41:44.270" v="39" actId="20577"/>
      <pc:docMkLst>
        <pc:docMk/>
      </pc:docMkLst>
      <pc:sldChg chg="modSp mod">
        <pc:chgData name="MADHU BABU REPALLI" userId="337d1a51e8d6a876" providerId="LiveId" clId="{23F7D730-FF31-433F-9D63-6BA0F5F646E3}" dt="2026-07-09T12:40:46.554" v="13" actId="27636"/>
        <pc:sldMkLst>
          <pc:docMk/>
          <pc:sldMk cId="0" sldId="256"/>
        </pc:sldMkLst>
        <pc:spChg chg="mod">
          <ac:chgData name="MADHU BABU REPALLI" userId="337d1a51e8d6a876" providerId="LiveId" clId="{23F7D730-FF31-433F-9D63-6BA0F5F646E3}" dt="2026-07-09T12:40:46.554" v="13" actId="27636"/>
          <ac:spMkLst>
            <pc:docMk/>
            <pc:sldMk cId="0" sldId="256"/>
            <ac:spMk id="39" creationId="{00000000-0000-0000-0000-000000000000}"/>
          </ac:spMkLst>
        </pc:spChg>
      </pc:sldChg>
      <pc:sldChg chg="modSp mod">
        <pc:chgData name="MADHU BABU REPALLI" userId="337d1a51e8d6a876" providerId="LiveId" clId="{23F7D730-FF31-433F-9D63-6BA0F5F646E3}" dt="2026-07-09T12:40:46.571" v="14" actId="27636"/>
        <pc:sldMkLst>
          <pc:docMk/>
          <pc:sldMk cId="0" sldId="257"/>
        </pc:sldMkLst>
        <pc:spChg chg="mod">
          <ac:chgData name="MADHU BABU REPALLI" userId="337d1a51e8d6a876" providerId="LiveId" clId="{23F7D730-FF31-433F-9D63-6BA0F5F646E3}" dt="2026-07-09T12:40:46.571" v="14" actId="27636"/>
          <ac:spMkLst>
            <pc:docMk/>
            <pc:sldMk cId="0" sldId="257"/>
            <ac:spMk id="40" creationId="{00000000-0000-0000-0000-000000000000}"/>
          </ac:spMkLst>
        </pc:spChg>
      </pc:sldChg>
      <pc:sldChg chg="modSp mod">
        <pc:chgData name="MADHU BABU REPALLI" userId="337d1a51e8d6a876" providerId="LiveId" clId="{23F7D730-FF31-433F-9D63-6BA0F5F646E3}" dt="2026-07-09T12:41:44.270" v="39" actId="20577"/>
        <pc:sldMkLst>
          <pc:docMk/>
          <pc:sldMk cId="0" sldId="258"/>
        </pc:sldMkLst>
        <pc:spChg chg="mod">
          <ac:chgData name="MADHU BABU REPALLI" userId="337d1a51e8d6a876" providerId="LiveId" clId="{23F7D730-FF31-433F-9D63-6BA0F5F646E3}" dt="2026-07-09T12:41:44.270" v="39" actId="20577"/>
          <ac:spMkLst>
            <pc:docMk/>
            <pc:sldMk cId="0" sldId="258"/>
            <ac:spMk id="42" creationId="{00000000-0000-0000-0000-000000000000}"/>
          </ac:spMkLst>
        </pc:spChg>
        <pc:spChg chg="mod">
          <ac:chgData name="MADHU BABU REPALLI" userId="337d1a51e8d6a876" providerId="LiveId" clId="{23F7D730-FF31-433F-9D63-6BA0F5F646E3}" dt="2026-07-09T12:40:46.480" v="9" actId="27636"/>
          <ac:spMkLst>
            <pc:docMk/>
            <pc:sldMk cId="0" sldId="258"/>
            <ac:spMk id="43" creationId="{00000000-0000-0000-0000-000000000000}"/>
          </ac:spMkLst>
        </pc:spChg>
      </pc:sldChg>
      <pc:sldChg chg="modSp mod">
        <pc:chgData name="MADHU BABU REPALLI" userId="337d1a51e8d6a876" providerId="LiveId" clId="{23F7D730-FF31-433F-9D63-6BA0F5F646E3}" dt="2026-07-09T12:40:46.497" v="10" actId="27636"/>
        <pc:sldMkLst>
          <pc:docMk/>
          <pc:sldMk cId="0" sldId="259"/>
        </pc:sldMkLst>
        <pc:spChg chg="mod">
          <ac:chgData name="MADHU BABU REPALLI" userId="337d1a51e8d6a876" providerId="LiveId" clId="{23F7D730-FF31-433F-9D63-6BA0F5F646E3}" dt="2026-07-09T12:40:46.497" v="10" actId="27636"/>
          <ac:spMkLst>
            <pc:docMk/>
            <pc:sldMk cId="0" sldId="259"/>
            <ac:spMk id="45" creationId="{00000000-0000-0000-0000-000000000000}"/>
          </ac:spMkLst>
        </pc:spChg>
      </pc:sldChg>
      <pc:sldChg chg="modSp mod">
        <pc:chgData name="MADHU BABU REPALLI" userId="337d1a51e8d6a876" providerId="LiveId" clId="{23F7D730-FF31-433F-9D63-6BA0F5F646E3}" dt="2026-07-09T12:40:46.519" v="11" actId="27636"/>
        <pc:sldMkLst>
          <pc:docMk/>
          <pc:sldMk cId="0" sldId="261"/>
        </pc:sldMkLst>
        <pc:spChg chg="mod">
          <ac:chgData name="MADHU BABU REPALLI" userId="337d1a51e8d6a876" providerId="LiveId" clId="{23F7D730-FF31-433F-9D63-6BA0F5F646E3}" dt="2026-07-09T12:40:46.519" v="11" actId="27636"/>
          <ac:spMkLst>
            <pc:docMk/>
            <pc:sldMk cId="0" sldId="261"/>
            <ac:spMk id="49" creationId="{00000000-0000-0000-0000-000000000000}"/>
          </ac:spMkLst>
        </pc:spChg>
      </pc:sldChg>
      <pc:sldChg chg="modSp mod">
        <pc:chgData name="MADHU BABU REPALLI" userId="337d1a51e8d6a876" providerId="LiveId" clId="{23F7D730-FF31-433F-9D63-6BA0F5F646E3}" dt="2026-07-09T12:40:46.529" v="12" actId="27636"/>
        <pc:sldMkLst>
          <pc:docMk/>
          <pc:sldMk cId="0" sldId="263"/>
        </pc:sldMkLst>
        <pc:spChg chg="mod">
          <ac:chgData name="MADHU BABU REPALLI" userId="337d1a51e8d6a876" providerId="LiveId" clId="{23F7D730-FF31-433F-9D63-6BA0F5F646E3}" dt="2026-07-09T12:40:46.529" v="12" actId="27636"/>
          <ac:spMkLst>
            <pc:docMk/>
            <pc:sldMk cId="0" sldId="263"/>
            <ac:spMk id="53" creationId="{00000000-0000-0000-0000-000000000000}"/>
          </ac:spMkLst>
        </pc:spChg>
      </pc:sldChg>
      <pc:sldChg chg="addSp delSp modSp mod">
        <pc:chgData name="MADHU BABU REPALLI" userId="337d1a51e8d6a876" providerId="LiveId" clId="{23F7D730-FF31-433F-9D63-6BA0F5F646E3}" dt="2026-07-09T12:38:07.223" v="7" actId="478"/>
        <pc:sldMkLst>
          <pc:docMk/>
          <pc:sldMk cId="0" sldId="264"/>
        </pc:sldMkLst>
        <pc:spChg chg="add mod">
          <ac:chgData name="MADHU BABU REPALLI" userId="337d1a51e8d6a876" providerId="LiveId" clId="{23F7D730-FF31-433F-9D63-6BA0F5F646E3}" dt="2026-07-09T12:38:07.223" v="7" actId="478"/>
          <ac:spMkLst>
            <pc:docMk/>
            <pc:sldMk cId="0" sldId="264"/>
            <ac:spMk id="3" creationId="{A11E409C-0EEC-CC46-0D84-9DB42E859207}"/>
          </ac:spMkLst>
        </pc:spChg>
        <pc:spChg chg="del mod">
          <ac:chgData name="MADHU BABU REPALLI" userId="337d1a51e8d6a876" providerId="LiveId" clId="{23F7D730-FF31-433F-9D63-6BA0F5F646E3}" dt="2026-07-09T12:38:07.223" v="7" actId="478"/>
          <ac:spMkLst>
            <pc:docMk/>
            <pc:sldMk cId="0" sldId="264"/>
            <ac:spMk id="54" creationId="{00000000-0000-0000-0000-000000000000}"/>
          </ac:spMkLst>
        </pc:spChg>
        <pc:spChg chg="del">
          <ac:chgData name="MADHU BABU REPALLI" userId="337d1a51e8d6a876" providerId="LiveId" clId="{23F7D730-FF31-433F-9D63-6BA0F5F646E3}" dt="2026-07-09T12:38:07.223" v="7" actId="478"/>
          <ac:spMkLst>
            <pc:docMk/>
            <pc:sldMk cId="0" sldId="264"/>
            <ac:spMk id="55" creationId="{00000000-0000-0000-0000-000000000000}"/>
          </ac:spMkLst>
        </pc:spChg>
        <pc:spChg chg="del">
          <ac:chgData name="MADHU BABU REPALLI" userId="337d1a51e8d6a876" providerId="LiveId" clId="{23F7D730-FF31-433F-9D63-6BA0F5F646E3}" dt="2026-07-09T12:38:07.223" v="7" actId="478"/>
          <ac:spMkLst>
            <pc:docMk/>
            <pc:sldMk cId="0" sldId="264"/>
            <ac:spMk id="57" creationId="{00000000-0000-0000-0000-000000000000}"/>
          </ac:spMkLst>
        </pc:spChg>
        <pc:spChg chg="del">
          <ac:chgData name="MADHU BABU REPALLI" userId="337d1a51e8d6a876" providerId="LiveId" clId="{23F7D730-FF31-433F-9D63-6BA0F5F646E3}" dt="2026-07-09T12:38:07.223" v="7" actId="478"/>
          <ac:spMkLst>
            <pc:docMk/>
            <pc:sldMk cId="0" sldId="264"/>
            <ac:spMk id="60" creationId="{00000000-0000-0000-0000-000000000000}"/>
          </ac:spMkLst>
        </pc:spChg>
        <pc:spChg chg="del">
          <ac:chgData name="MADHU BABU REPALLI" userId="337d1a51e8d6a876" providerId="LiveId" clId="{23F7D730-FF31-433F-9D63-6BA0F5F646E3}" dt="2026-07-09T12:38:07.223" v="7" actId="478"/>
          <ac:spMkLst>
            <pc:docMk/>
            <pc:sldMk cId="0" sldId="264"/>
            <ac:spMk id="61" creationId="{00000000-0000-0000-0000-000000000000}"/>
          </ac:spMkLst>
        </pc:spChg>
        <pc:spChg chg="del">
          <ac:chgData name="MADHU BABU REPALLI" userId="337d1a51e8d6a876" providerId="LiveId" clId="{23F7D730-FF31-433F-9D63-6BA0F5F646E3}" dt="2026-07-09T12:38:07.223" v="7" actId="478"/>
          <ac:spMkLst>
            <pc:docMk/>
            <pc:sldMk cId="0" sldId="264"/>
            <ac:spMk id="63" creationId="{00000000-0000-0000-0000-000000000000}"/>
          </ac:spMkLst>
        </pc:spChg>
        <pc:spChg chg="del">
          <ac:chgData name="MADHU BABU REPALLI" userId="337d1a51e8d6a876" providerId="LiveId" clId="{23F7D730-FF31-433F-9D63-6BA0F5F646E3}" dt="2026-07-09T12:38:07.223" v="7" actId="478"/>
          <ac:spMkLst>
            <pc:docMk/>
            <pc:sldMk cId="0" sldId="264"/>
            <ac:spMk id="65" creationId="{00000000-0000-0000-0000-000000000000}"/>
          </ac:spMkLst>
        </pc:spChg>
        <pc:spChg chg="del">
          <ac:chgData name="MADHU BABU REPALLI" userId="337d1a51e8d6a876" providerId="LiveId" clId="{23F7D730-FF31-433F-9D63-6BA0F5F646E3}" dt="2026-07-09T12:38:07.223" v="7" actId="478"/>
          <ac:spMkLst>
            <pc:docMk/>
            <pc:sldMk cId="0" sldId="264"/>
            <ac:spMk id="68" creationId="{00000000-0000-0000-0000-000000000000}"/>
          </ac:spMkLst>
        </pc:spChg>
        <pc:spChg chg="del">
          <ac:chgData name="MADHU BABU REPALLI" userId="337d1a51e8d6a876" providerId="LiveId" clId="{23F7D730-FF31-433F-9D63-6BA0F5F646E3}" dt="2026-07-09T12:38:07.223" v="7" actId="478"/>
          <ac:spMkLst>
            <pc:docMk/>
            <pc:sldMk cId="0" sldId="264"/>
            <ac:spMk id="75" creationId="{00000000-0000-0000-0000-00000000000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://bit.ly/2TyoMsr" TargetMode="External"/><Relationship Id="rId2" Type="http://schemas.openxmlformats.org/officeDocument/2006/relationships/hyperlink" Target="https://bit.ly/3A1uf1Q" TargetMode="External"/><Relationship Id="rId1" Type="http://schemas.openxmlformats.org/officeDocument/2006/relationships/slideMaster" Target="../slideMasters/slideMaster1.xml"/><Relationship Id="rId4" Type="http://schemas.openxmlformats.org/officeDocument/2006/relationships/hyperlink" Target="http://bit.ly/2TtBDfr" TargetMode="Externa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713160" y="1155960"/>
            <a:ext cx="4160520" cy="23853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>
              <a:buNone/>
            </a:pPr>
            <a:r>
              <a:rPr lang="fr-FR" sz="3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3_1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713160" y="677520"/>
            <a:ext cx="5094360" cy="1058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6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5" name="Google Shape;312;p30"/>
          <p:cNvSpPr/>
          <p:nvPr/>
        </p:nvSpPr>
        <p:spPr>
          <a:xfrm>
            <a:off x="713160" y="3611880"/>
            <a:ext cx="5094360" cy="555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t">
            <a:noAutofit/>
          </a:bodyPr>
          <a:lstStyle/>
          <a:p>
            <a:pPr defTabSz="914400">
              <a:lnSpc>
                <a:spcPct val="100000"/>
              </a:lnSpc>
              <a:spcBef>
                <a:spcPts val="300"/>
              </a:spcBef>
              <a:tabLst>
                <a:tab pos="0" algn="l"/>
              </a:tabLst>
            </a:pPr>
            <a:r>
              <a:rPr lang="en" sz="1200" b="1" u="none" strike="noStrike">
                <a:solidFill>
                  <a:schemeClr val="dk1"/>
                </a:solidFill>
                <a:effectLst/>
                <a:uFillTx/>
                <a:latin typeface="DM Sans"/>
                <a:ea typeface="DM Sans"/>
              </a:rPr>
              <a:t>CREDITS:</a:t>
            </a:r>
            <a:r>
              <a:rPr lang="en" sz="1200" b="0" u="none" strike="noStrike">
                <a:solidFill>
                  <a:schemeClr val="dk1"/>
                </a:solidFill>
                <a:effectLst/>
                <a:uFillTx/>
                <a:latin typeface="DM Sans"/>
                <a:ea typeface="DM Sans"/>
              </a:rPr>
              <a:t> This presentation template was created by </a:t>
            </a:r>
            <a:r>
              <a:rPr lang="en" sz="1200" b="1" u="sng" strike="noStrike">
                <a:solidFill>
                  <a:schemeClr val="dk1"/>
                </a:solidFill>
                <a:effectLst/>
                <a:uFillTx/>
                <a:latin typeface="DM Sans"/>
                <a:ea typeface="DM Sans"/>
                <a:hlinkClick r:id="rId2"/>
              </a:rPr>
              <a:t>Slidesgo</a:t>
            </a:r>
            <a:r>
              <a:rPr lang="en" sz="1200" b="0" u="none" strike="noStrike">
                <a:solidFill>
                  <a:schemeClr val="dk1"/>
                </a:solidFill>
                <a:effectLst/>
                <a:uFillTx/>
                <a:latin typeface="DM Sans"/>
                <a:ea typeface="DM Sans"/>
              </a:rPr>
              <a:t>, and includes icons by </a:t>
            </a:r>
            <a:r>
              <a:rPr lang="en" sz="1200" b="1" u="sng" strike="noStrike">
                <a:solidFill>
                  <a:schemeClr val="dk1"/>
                </a:solidFill>
                <a:effectLst/>
                <a:uFillTx/>
                <a:latin typeface="DM Sans"/>
                <a:ea typeface="DM Sans"/>
                <a:hlinkClick r:id="rId3"/>
              </a:rPr>
              <a:t>Flaticon</a:t>
            </a:r>
            <a:r>
              <a:rPr lang="en" sz="1200" b="0" u="none" strike="noStrike">
                <a:solidFill>
                  <a:schemeClr val="dk1"/>
                </a:solidFill>
                <a:effectLst/>
                <a:uFillTx/>
                <a:latin typeface="DM Sans"/>
                <a:ea typeface="DM Sans"/>
              </a:rPr>
              <a:t>, and infographics &amp; images by </a:t>
            </a:r>
            <a:r>
              <a:rPr lang="en" sz="1200" b="1" u="sng" strike="noStrike">
                <a:solidFill>
                  <a:schemeClr val="dk1"/>
                </a:solidFill>
                <a:effectLst/>
                <a:uFillTx/>
                <a:latin typeface="DM Sans"/>
                <a:ea typeface="DM Sans"/>
                <a:hlinkClick r:id="rId4"/>
              </a:rPr>
              <a:t>Freepik</a:t>
            </a:r>
            <a:r>
              <a:rPr lang="en" sz="1200" b="0" u="sng" strike="noStrike">
                <a:solidFill>
                  <a:schemeClr val="dk1"/>
                </a:solidFill>
                <a:effectLst/>
                <a:uFillTx/>
                <a:latin typeface="DM Sans"/>
                <a:ea typeface="DM Sans"/>
              </a:rPr>
              <a:t>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_AND_BODY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oogle Shape;16;p4"/>
          <p:cNvGrpSpPr/>
          <p:nvPr/>
        </p:nvGrpSpPr>
        <p:grpSpPr>
          <a:xfrm>
            <a:off x="-247320" y="-445680"/>
            <a:ext cx="9638640" cy="6029280"/>
            <a:chOff x="-247320" y="-445680"/>
            <a:chExt cx="9638640" cy="6029280"/>
          </a:xfrm>
        </p:grpSpPr>
        <p:sp>
          <p:nvSpPr>
            <p:cNvPr id="7" name="Google Shape;17;p4"/>
            <p:cNvSpPr/>
            <p:nvPr/>
          </p:nvSpPr>
          <p:spPr>
            <a:xfrm>
              <a:off x="-247320" y="4119840"/>
              <a:ext cx="838440" cy="967680"/>
            </a:xfrm>
            <a:custGeom>
              <a:avLst/>
              <a:gdLst>
                <a:gd name="textAreaLeft" fmla="*/ 0 w 838440"/>
                <a:gd name="textAreaRight" fmla="*/ 838800 w 838440"/>
                <a:gd name="textAreaTop" fmla="*/ 0 h 967680"/>
                <a:gd name="textAreaBottom" fmla="*/ 968040 h 967680"/>
              </a:gdLst>
              <a:ahLst/>
              <a:cxnLst/>
              <a:rect l="textAreaLeft" t="textAreaTop" r="textAreaRight" b="textAreaBottom"/>
              <a:pathLst>
                <a:path w="181539" h="20955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lt2"/>
            </a:solidFill>
            <a:ln w="19050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8" name="Google Shape;18;p4"/>
            <p:cNvSpPr/>
            <p:nvPr/>
          </p:nvSpPr>
          <p:spPr>
            <a:xfrm>
              <a:off x="293400" y="4615920"/>
              <a:ext cx="838440" cy="967680"/>
            </a:xfrm>
            <a:custGeom>
              <a:avLst/>
              <a:gdLst>
                <a:gd name="textAreaLeft" fmla="*/ 0 w 838440"/>
                <a:gd name="textAreaRight" fmla="*/ 838800 w 838440"/>
                <a:gd name="textAreaTop" fmla="*/ 0 h 967680"/>
                <a:gd name="textAreaBottom" fmla="*/ 968040 h 967680"/>
              </a:gdLst>
              <a:ahLst/>
              <a:cxnLst/>
              <a:rect l="textAreaLeft" t="textAreaTop" r="textAreaRight" b="textAreaBottom"/>
              <a:pathLst>
                <a:path w="181539" h="20955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68DAF8">
                <a:alpha val="34000"/>
              </a:srgbClr>
            </a:solidFill>
            <a:ln w="19050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9" name="Google Shape;19;p4"/>
            <p:cNvSpPr/>
            <p:nvPr/>
          </p:nvSpPr>
          <p:spPr>
            <a:xfrm flipH="1">
              <a:off x="8551800" y="4119840"/>
              <a:ext cx="838440" cy="967680"/>
            </a:xfrm>
            <a:custGeom>
              <a:avLst/>
              <a:gdLst>
                <a:gd name="textAreaLeft" fmla="*/ -360 w 838440"/>
                <a:gd name="textAreaRight" fmla="*/ 838440 w 838440"/>
                <a:gd name="textAreaTop" fmla="*/ 0 h 967680"/>
                <a:gd name="textAreaBottom" fmla="*/ 968040 h 967680"/>
              </a:gdLst>
              <a:ahLst/>
              <a:cxnLst/>
              <a:rect l="textAreaLeft" t="textAreaTop" r="textAreaRight" b="textAreaBottom"/>
              <a:pathLst>
                <a:path w="181539" h="20955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w="19050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0" name="Google Shape;20;p4"/>
            <p:cNvSpPr/>
            <p:nvPr/>
          </p:nvSpPr>
          <p:spPr>
            <a:xfrm flipH="1">
              <a:off x="8011080" y="4615920"/>
              <a:ext cx="838440" cy="967680"/>
            </a:xfrm>
            <a:custGeom>
              <a:avLst/>
              <a:gdLst>
                <a:gd name="textAreaLeft" fmla="*/ -360 w 838440"/>
                <a:gd name="textAreaRight" fmla="*/ 838440 w 838440"/>
                <a:gd name="textAreaTop" fmla="*/ 0 h 967680"/>
                <a:gd name="textAreaBottom" fmla="*/ 968040 h 967680"/>
              </a:gdLst>
              <a:ahLst/>
              <a:cxnLst/>
              <a:rect l="textAreaLeft" t="textAreaTop" r="textAreaRight" b="textAreaBottom"/>
              <a:pathLst>
                <a:path w="181539" h="20955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AFC7FF">
                <a:alpha val="25000"/>
              </a:srgbClr>
            </a:solidFill>
            <a:ln w="19050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1" name="Google Shape;21;p4"/>
            <p:cNvSpPr/>
            <p:nvPr/>
          </p:nvSpPr>
          <p:spPr>
            <a:xfrm rot="10800000" flipH="1">
              <a:off x="-247680" y="50040"/>
              <a:ext cx="838440" cy="967680"/>
            </a:xfrm>
            <a:custGeom>
              <a:avLst/>
              <a:gdLst>
                <a:gd name="textAreaLeft" fmla="*/ -360 w 838440"/>
                <a:gd name="textAreaRight" fmla="*/ 838440 w 838440"/>
                <a:gd name="textAreaTop" fmla="*/ 0 h 967680"/>
                <a:gd name="textAreaBottom" fmla="*/ 968040 h 967680"/>
              </a:gdLst>
              <a:ahLst/>
              <a:cxnLst/>
              <a:rect l="textAreaLeft" t="textAreaTop" r="textAreaRight" b="textAreaBottom"/>
              <a:pathLst>
                <a:path w="181539" h="20955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w="19050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2" name="Google Shape;22;p4"/>
            <p:cNvSpPr/>
            <p:nvPr/>
          </p:nvSpPr>
          <p:spPr>
            <a:xfrm rot="10800000" flipH="1">
              <a:off x="293040" y="-445680"/>
              <a:ext cx="838440" cy="967680"/>
            </a:xfrm>
            <a:custGeom>
              <a:avLst/>
              <a:gdLst>
                <a:gd name="textAreaLeft" fmla="*/ -360 w 838440"/>
                <a:gd name="textAreaRight" fmla="*/ 838440 w 838440"/>
                <a:gd name="textAreaTop" fmla="*/ 0 h 967680"/>
                <a:gd name="textAreaBottom" fmla="*/ 968040 h 967680"/>
              </a:gdLst>
              <a:ahLst/>
              <a:cxnLst/>
              <a:rect l="textAreaLeft" t="textAreaTop" r="textAreaRight" b="textAreaBottom"/>
              <a:pathLst>
                <a:path w="181539" h="20955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AFC7FF">
                <a:alpha val="25000"/>
              </a:srgbClr>
            </a:solidFill>
            <a:ln w="19050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3" name="Google Shape;23;p4"/>
            <p:cNvSpPr/>
            <p:nvPr/>
          </p:nvSpPr>
          <p:spPr>
            <a:xfrm rot="10800000">
              <a:off x="8552880" y="50040"/>
              <a:ext cx="838440" cy="967680"/>
            </a:xfrm>
            <a:custGeom>
              <a:avLst/>
              <a:gdLst>
                <a:gd name="textAreaLeft" fmla="*/ 0 w 838440"/>
                <a:gd name="textAreaRight" fmla="*/ 838800 w 838440"/>
                <a:gd name="textAreaTop" fmla="*/ 0 h 967680"/>
                <a:gd name="textAreaBottom" fmla="*/ 968040 h 967680"/>
              </a:gdLst>
              <a:ahLst/>
              <a:cxnLst/>
              <a:rect l="textAreaLeft" t="textAreaTop" r="textAreaRight" b="textAreaBottom"/>
              <a:pathLst>
                <a:path w="181539" h="20955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dk2"/>
            </a:solidFill>
            <a:ln w="19050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4" name="Google Shape;24;p4"/>
            <p:cNvSpPr/>
            <p:nvPr/>
          </p:nvSpPr>
          <p:spPr>
            <a:xfrm rot="10800000">
              <a:off x="8012160" y="-445680"/>
              <a:ext cx="838440" cy="967680"/>
            </a:xfrm>
            <a:custGeom>
              <a:avLst/>
              <a:gdLst>
                <a:gd name="textAreaLeft" fmla="*/ 0 w 838440"/>
                <a:gd name="textAreaRight" fmla="*/ 838800 w 838440"/>
                <a:gd name="textAreaTop" fmla="*/ 0 h 967680"/>
                <a:gd name="textAreaBottom" fmla="*/ 968040 h 967680"/>
              </a:gdLst>
              <a:ahLst/>
              <a:cxnLst/>
              <a:rect l="textAreaLeft" t="textAreaTop" r="textAreaRight" b="textAreaBottom"/>
              <a:pathLst>
                <a:path w="181539" h="20955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9FCBFD">
                <a:alpha val="41000"/>
              </a:srgbClr>
            </a:solidFill>
            <a:ln w="19050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720000" y="444960"/>
            <a:ext cx="770364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35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16" name="PlaceHolder 2"/>
          <p:cNvSpPr>
            <a:spLocks noGrp="1"/>
          </p:cNvSpPr>
          <p:nvPr>
            <p:ph type="body"/>
          </p:nvPr>
        </p:nvSpPr>
        <p:spPr>
          <a:xfrm>
            <a:off x="720000" y="1215720"/>
            <a:ext cx="7703640" cy="3974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7" name="Google Shape;346;p36"/>
          <p:cNvCxnSpPr/>
          <p:nvPr/>
        </p:nvCxnSpPr>
        <p:spPr>
          <a:xfrm>
            <a:off x="823320" y="987120"/>
            <a:ext cx="373680" cy="360"/>
          </a:xfrm>
          <a:prstGeom prst="straightConnector1">
            <a:avLst/>
          </a:prstGeom>
          <a:ln w="19050">
            <a:solidFill>
              <a:srgbClr val="384655"/>
            </a:solidFill>
            <a:round/>
          </a:ln>
        </p:spPr>
      </p:cxnSp>
      <p:grpSp>
        <p:nvGrpSpPr>
          <p:cNvPr id="18" name="Google Shape;347;p36"/>
          <p:cNvGrpSpPr/>
          <p:nvPr/>
        </p:nvGrpSpPr>
        <p:grpSpPr>
          <a:xfrm>
            <a:off x="5115240" y="-428760"/>
            <a:ext cx="4275000" cy="6450480"/>
            <a:chOff x="5115240" y="-428760"/>
            <a:chExt cx="4275000" cy="6450480"/>
          </a:xfrm>
        </p:grpSpPr>
        <p:sp>
          <p:nvSpPr>
            <p:cNvPr id="19" name="Google Shape;348;p36"/>
            <p:cNvSpPr/>
            <p:nvPr/>
          </p:nvSpPr>
          <p:spPr>
            <a:xfrm rot="10800000" flipH="1">
              <a:off x="8492040" y="-192240"/>
              <a:ext cx="838440" cy="967680"/>
            </a:xfrm>
            <a:custGeom>
              <a:avLst/>
              <a:gdLst>
                <a:gd name="textAreaLeft" fmla="*/ -360 w 838440"/>
                <a:gd name="textAreaRight" fmla="*/ 838440 w 838440"/>
                <a:gd name="textAreaTop" fmla="*/ 0 h 967680"/>
                <a:gd name="textAreaBottom" fmla="*/ 968040 h 967680"/>
              </a:gdLst>
              <a:ahLst/>
              <a:cxnLst/>
              <a:rect l="textAreaLeft" t="textAreaTop" r="textAreaRight" b="textAreaBottom"/>
              <a:pathLst>
                <a:path w="181539" h="20955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dk2"/>
            </a:solidFill>
            <a:ln w="19050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0" name="Google Shape;349;p36"/>
            <p:cNvSpPr/>
            <p:nvPr/>
          </p:nvSpPr>
          <p:spPr>
            <a:xfrm>
              <a:off x="8551800" y="3267720"/>
              <a:ext cx="838440" cy="967680"/>
            </a:xfrm>
            <a:custGeom>
              <a:avLst/>
              <a:gdLst>
                <a:gd name="textAreaLeft" fmla="*/ 0 w 838440"/>
                <a:gd name="textAreaRight" fmla="*/ 838800 w 838440"/>
                <a:gd name="textAreaTop" fmla="*/ 0 h 967680"/>
                <a:gd name="textAreaBottom" fmla="*/ 968040 h 967680"/>
              </a:gdLst>
              <a:ahLst/>
              <a:cxnLst/>
              <a:rect l="textAreaLeft" t="textAreaTop" r="textAreaRight" b="textAreaBottom"/>
              <a:pathLst>
                <a:path w="181539" h="20955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lt2"/>
            </a:solidFill>
            <a:ln w="19050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1" name="Google Shape;350;p36"/>
            <p:cNvSpPr/>
            <p:nvPr/>
          </p:nvSpPr>
          <p:spPr>
            <a:xfrm>
              <a:off x="6606720" y="2547360"/>
              <a:ext cx="838440" cy="967680"/>
            </a:xfrm>
            <a:custGeom>
              <a:avLst/>
              <a:gdLst>
                <a:gd name="textAreaLeft" fmla="*/ 0 w 838440"/>
                <a:gd name="textAreaRight" fmla="*/ 838800 w 838440"/>
                <a:gd name="textAreaTop" fmla="*/ 0 h 967680"/>
                <a:gd name="textAreaBottom" fmla="*/ 968040 h 967680"/>
              </a:gdLst>
              <a:ahLst/>
              <a:cxnLst/>
              <a:rect l="textAreaLeft" t="textAreaTop" r="textAreaRight" b="textAreaBottom"/>
              <a:pathLst>
                <a:path w="181539" h="20955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dk2"/>
            </a:solidFill>
            <a:ln w="19050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2" name="Google Shape;351;p36"/>
            <p:cNvSpPr/>
            <p:nvPr/>
          </p:nvSpPr>
          <p:spPr>
            <a:xfrm>
              <a:off x="7103520" y="-153360"/>
              <a:ext cx="838440" cy="967680"/>
            </a:xfrm>
            <a:custGeom>
              <a:avLst/>
              <a:gdLst>
                <a:gd name="textAreaLeft" fmla="*/ 0 w 838440"/>
                <a:gd name="textAreaRight" fmla="*/ 838800 w 838440"/>
                <a:gd name="textAreaTop" fmla="*/ 0 h 967680"/>
                <a:gd name="textAreaBottom" fmla="*/ 968040 h 967680"/>
              </a:gdLst>
              <a:ahLst/>
              <a:cxnLst/>
              <a:rect l="textAreaLeft" t="textAreaTop" r="textAreaRight" b="textAreaBottom"/>
              <a:pathLst>
                <a:path w="181539" h="20955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lt2"/>
            </a:solidFill>
            <a:ln w="19050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3" name="Google Shape;352;p36"/>
            <p:cNvSpPr/>
            <p:nvPr/>
          </p:nvSpPr>
          <p:spPr>
            <a:xfrm>
              <a:off x="6684120" y="318600"/>
              <a:ext cx="838440" cy="967680"/>
            </a:xfrm>
            <a:custGeom>
              <a:avLst/>
              <a:gdLst>
                <a:gd name="textAreaLeft" fmla="*/ 0 w 838440"/>
                <a:gd name="textAreaRight" fmla="*/ 838800 w 838440"/>
                <a:gd name="textAreaTop" fmla="*/ 0 h 967680"/>
                <a:gd name="textAreaBottom" fmla="*/ 968040 h 967680"/>
              </a:gdLst>
              <a:ahLst/>
              <a:cxnLst/>
              <a:rect l="textAreaLeft" t="textAreaTop" r="textAreaRight" b="textAreaBottom"/>
              <a:pathLst>
                <a:path w="181539" h="20955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9FCBFD">
                <a:alpha val="41000"/>
              </a:srgbClr>
            </a:solidFill>
            <a:ln w="19050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4" name="Google Shape;353;p36"/>
            <p:cNvSpPr/>
            <p:nvPr/>
          </p:nvSpPr>
          <p:spPr>
            <a:xfrm>
              <a:off x="6109920" y="1194120"/>
              <a:ext cx="838440" cy="967680"/>
            </a:xfrm>
            <a:custGeom>
              <a:avLst/>
              <a:gdLst>
                <a:gd name="textAreaLeft" fmla="*/ 0 w 838440"/>
                <a:gd name="textAreaRight" fmla="*/ 838800 w 838440"/>
                <a:gd name="textAreaTop" fmla="*/ 0 h 967680"/>
                <a:gd name="textAreaBottom" fmla="*/ 968040 h 967680"/>
              </a:gdLst>
              <a:ahLst/>
              <a:cxnLst/>
              <a:rect l="textAreaLeft" t="textAreaTop" r="textAreaRight" b="textAreaBottom"/>
              <a:pathLst>
                <a:path w="181539" h="20955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dk2"/>
            </a:solidFill>
            <a:ln w="19050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5" name="Google Shape;354;p36"/>
            <p:cNvSpPr/>
            <p:nvPr/>
          </p:nvSpPr>
          <p:spPr>
            <a:xfrm>
              <a:off x="6109920" y="697680"/>
              <a:ext cx="838440" cy="967680"/>
            </a:xfrm>
            <a:custGeom>
              <a:avLst/>
              <a:gdLst>
                <a:gd name="textAreaLeft" fmla="*/ 0 w 838440"/>
                <a:gd name="textAreaRight" fmla="*/ 838800 w 838440"/>
                <a:gd name="textAreaTop" fmla="*/ 0 h 967680"/>
                <a:gd name="textAreaBottom" fmla="*/ 968040 h 967680"/>
              </a:gdLst>
              <a:ahLst/>
              <a:cxnLst/>
              <a:rect l="textAreaLeft" t="textAreaTop" r="textAreaRight" b="textAreaBottom"/>
              <a:pathLst>
                <a:path w="181539" h="20955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AFC7FF">
                <a:alpha val="25000"/>
              </a:srgbClr>
            </a:solidFill>
            <a:ln w="19050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6" name="Google Shape;355;p36"/>
            <p:cNvSpPr/>
            <p:nvPr/>
          </p:nvSpPr>
          <p:spPr>
            <a:xfrm>
              <a:off x="7587360" y="1194120"/>
              <a:ext cx="838440" cy="967680"/>
            </a:xfrm>
            <a:custGeom>
              <a:avLst/>
              <a:gdLst>
                <a:gd name="textAreaLeft" fmla="*/ 0 w 838440"/>
                <a:gd name="textAreaRight" fmla="*/ 838800 w 838440"/>
                <a:gd name="textAreaTop" fmla="*/ 0 h 967680"/>
                <a:gd name="textAreaBottom" fmla="*/ 968040 h 967680"/>
              </a:gdLst>
              <a:ahLst/>
              <a:cxnLst/>
              <a:rect l="textAreaLeft" t="textAreaTop" r="textAreaRight" b="textAreaBottom"/>
              <a:pathLst>
                <a:path w="181539" h="20955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w="19050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7" name="Google Shape;356;p36"/>
            <p:cNvSpPr/>
            <p:nvPr/>
          </p:nvSpPr>
          <p:spPr>
            <a:xfrm>
              <a:off x="5634000" y="-428760"/>
              <a:ext cx="838440" cy="967680"/>
            </a:xfrm>
            <a:custGeom>
              <a:avLst/>
              <a:gdLst>
                <a:gd name="textAreaLeft" fmla="*/ 0 w 838440"/>
                <a:gd name="textAreaRight" fmla="*/ 838800 w 838440"/>
                <a:gd name="textAreaTop" fmla="*/ 0 h 967680"/>
                <a:gd name="textAreaBottom" fmla="*/ 968040 h 967680"/>
              </a:gdLst>
              <a:ahLst/>
              <a:cxnLst/>
              <a:rect l="textAreaLeft" t="textAreaTop" r="textAreaRight" b="textAreaBottom"/>
              <a:pathLst>
                <a:path w="181539" h="20955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w="19050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8" name="Google Shape;357;p36"/>
            <p:cNvSpPr/>
            <p:nvPr/>
          </p:nvSpPr>
          <p:spPr>
            <a:xfrm>
              <a:off x="7017840" y="2075040"/>
              <a:ext cx="838440" cy="967680"/>
            </a:xfrm>
            <a:custGeom>
              <a:avLst/>
              <a:gdLst>
                <a:gd name="textAreaLeft" fmla="*/ 0 w 838440"/>
                <a:gd name="textAreaRight" fmla="*/ 838800 w 838440"/>
                <a:gd name="textAreaTop" fmla="*/ 0 h 967680"/>
                <a:gd name="textAreaBottom" fmla="*/ 968040 h 967680"/>
              </a:gdLst>
              <a:ahLst/>
              <a:cxnLst/>
              <a:rect l="textAreaLeft" t="textAreaTop" r="textAreaRight" b="textAreaBottom"/>
              <a:pathLst>
                <a:path w="181539" h="20955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9FCBFD">
                <a:alpha val="41000"/>
              </a:srgbClr>
            </a:solidFill>
            <a:ln w="19050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9" name="Google Shape;358;p36"/>
            <p:cNvSpPr/>
            <p:nvPr/>
          </p:nvSpPr>
          <p:spPr>
            <a:xfrm>
              <a:off x="5193720" y="0"/>
              <a:ext cx="838440" cy="967680"/>
            </a:xfrm>
            <a:custGeom>
              <a:avLst/>
              <a:gdLst>
                <a:gd name="textAreaLeft" fmla="*/ 0 w 838440"/>
                <a:gd name="textAreaRight" fmla="*/ 838800 w 838440"/>
                <a:gd name="textAreaTop" fmla="*/ 0 h 967680"/>
                <a:gd name="textAreaBottom" fmla="*/ 968040 h 967680"/>
              </a:gdLst>
              <a:ahLst/>
              <a:cxnLst/>
              <a:rect l="textAreaLeft" t="textAreaTop" r="textAreaRight" b="textAreaBottom"/>
              <a:pathLst>
                <a:path w="181539" h="20955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68DAF8">
                <a:alpha val="34000"/>
              </a:srgbClr>
            </a:solidFill>
            <a:ln w="19050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0" name="Google Shape;359;p36"/>
            <p:cNvSpPr/>
            <p:nvPr/>
          </p:nvSpPr>
          <p:spPr>
            <a:xfrm>
              <a:off x="8069040" y="1622160"/>
              <a:ext cx="838440" cy="967680"/>
            </a:xfrm>
            <a:custGeom>
              <a:avLst/>
              <a:gdLst>
                <a:gd name="textAreaLeft" fmla="*/ 0 w 838440"/>
                <a:gd name="textAreaRight" fmla="*/ 838800 w 838440"/>
                <a:gd name="textAreaTop" fmla="*/ 0 h 967680"/>
                <a:gd name="textAreaBottom" fmla="*/ 968040 h 967680"/>
              </a:gdLst>
              <a:ahLst/>
              <a:cxnLst/>
              <a:rect l="textAreaLeft" t="textAreaTop" r="textAreaRight" b="textAreaBottom"/>
              <a:pathLst>
                <a:path w="181539" h="20955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68DAF8">
                <a:alpha val="34000"/>
              </a:srgbClr>
            </a:solidFill>
            <a:ln w="19050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1" name="Google Shape;360;p36"/>
            <p:cNvSpPr/>
            <p:nvPr/>
          </p:nvSpPr>
          <p:spPr>
            <a:xfrm rot="10800000" flipH="1">
              <a:off x="5114880" y="3656520"/>
              <a:ext cx="838440" cy="967680"/>
            </a:xfrm>
            <a:custGeom>
              <a:avLst/>
              <a:gdLst>
                <a:gd name="textAreaLeft" fmla="*/ -360 w 838440"/>
                <a:gd name="textAreaRight" fmla="*/ 838440 w 838440"/>
                <a:gd name="textAreaTop" fmla="*/ 0 h 967680"/>
                <a:gd name="textAreaBottom" fmla="*/ 968040 h 967680"/>
              </a:gdLst>
              <a:ahLst/>
              <a:cxnLst/>
              <a:rect l="textAreaLeft" t="textAreaTop" r="textAreaRight" b="textAreaBottom"/>
              <a:pathLst>
                <a:path w="181539" h="20955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w="19050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2" name="Google Shape;361;p36"/>
            <p:cNvSpPr/>
            <p:nvPr/>
          </p:nvSpPr>
          <p:spPr>
            <a:xfrm rot="10800000" flipH="1">
              <a:off x="6606360" y="3925080"/>
              <a:ext cx="838440" cy="967680"/>
            </a:xfrm>
            <a:custGeom>
              <a:avLst/>
              <a:gdLst>
                <a:gd name="textAreaLeft" fmla="*/ -360 w 838440"/>
                <a:gd name="textAreaRight" fmla="*/ 838440 w 838440"/>
                <a:gd name="textAreaTop" fmla="*/ 0 h 967680"/>
                <a:gd name="textAreaBottom" fmla="*/ 968040 h 967680"/>
              </a:gdLst>
              <a:ahLst/>
              <a:cxnLst/>
              <a:rect l="textAreaLeft" t="textAreaTop" r="textAreaRight" b="textAreaBottom"/>
              <a:pathLst>
                <a:path w="181539" h="20955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dk2"/>
            </a:solidFill>
            <a:ln w="19050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3" name="Google Shape;362;p36"/>
            <p:cNvSpPr/>
            <p:nvPr/>
          </p:nvSpPr>
          <p:spPr>
            <a:xfrm rot="10800000" flipH="1">
              <a:off x="5983560" y="5054040"/>
              <a:ext cx="838440" cy="967680"/>
            </a:xfrm>
            <a:custGeom>
              <a:avLst/>
              <a:gdLst>
                <a:gd name="textAreaLeft" fmla="*/ -360 w 838440"/>
                <a:gd name="textAreaRight" fmla="*/ 838440 w 838440"/>
                <a:gd name="textAreaTop" fmla="*/ 0 h 967680"/>
                <a:gd name="textAreaBottom" fmla="*/ 968040 h 967680"/>
              </a:gdLst>
              <a:ahLst/>
              <a:cxnLst/>
              <a:rect l="textAreaLeft" t="textAreaTop" r="textAreaRight" b="textAreaBottom"/>
              <a:pathLst>
                <a:path w="181539" h="20955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lt2"/>
            </a:solidFill>
            <a:ln w="19050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4" name="Google Shape;363;p36"/>
            <p:cNvSpPr/>
            <p:nvPr/>
          </p:nvSpPr>
          <p:spPr>
            <a:xfrm rot="10800000" flipH="1">
              <a:off x="7178400" y="3533760"/>
              <a:ext cx="838440" cy="967680"/>
            </a:xfrm>
            <a:custGeom>
              <a:avLst/>
              <a:gdLst>
                <a:gd name="textAreaLeft" fmla="*/ -360 w 838440"/>
                <a:gd name="textAreaRight" fmla="*/ 838440 w 838440"/>
                <a:gd name="textAreaTop" fmla="*/ 0 h 967680"/>
                <a:gd name="textAreaBottom" fmla="*/ 968040 h 967680"/>
              </a:gdLst>
              <a:ahLst/>
              <a:cxnLst/>
              <a:rect l="textAreaLeft" t="textAreaTop" r="textAreaRight" b="textAreaBottom"/>
              <a:pathLst>
                <a:path w="181539" h="20955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AFC7FF">
                <a:alpha val="25000"/>
              </a:srgbClr>
            </a:solidFill>
            <a:ln w="19050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5" name="Google Shape;364;p36"/>
            <p:cNvSpPr/>
            <p:nvPr/>
          </p:nvSpPr>
          <p:spPr>
            <a:xfrm rot="10800000" flipH="1">
              <a:off x="6606360" y="4609800"/>
              <a:ext cx="838440" cy="967680"/>
            </a:xfrm>
            <a:custGeom>
              <a:avLst/>
              <a:gdLst>
                <a:gd name="textAreaLeft" fmla="*/ -360 w 838440"/>
                <a:gd name="textAreaRight" fmla="*/ 838440 w 838440"/>
                <a:gd name="textAreaTop" fmla="*/ 0 h 967680"/>
                <a:gd name="textAreaBottom" fmla="*/ 968040 h 967680"/>
              </a:gdLst>
              <a:ahLst/>
              <a:cxnLst/>
              <a:rect l="textAreaLeft" t="textAreaTop" r="textAreaRight" b="textAreaBottom"/>
              <a:pathLst>
                <a:path w="181539" h="20955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AFC7FF">
                <a:alpha val="25000"/>
              </a:srgbClr>
            </a:solidFill>
            <a:ln w="19050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6" name="Google Shape;365;p36"/>
            <p:cNvSpPr/>
            <p:nvPr/>
          </p:nvSpPr>
          <p:spPr>
            <a:xfrm rot="10800000" flipH="1">
              <a:off x="5526000" y="4128840"/>
              <a:ext cx="838440" cy="967680"/>
            </a:xfrm>
            <a:custGeom>
              <a:avLst/>
              <a:gdLst>
                <a:gd name="textAreaLeft" fmla="*/ -360 w 838440"/>
                <a:gd name="textAreaRight" fmla="*/ 838440 w 838440"/>
                <a:gd name="textAreaTop" fmla="*/ 0 h 967680"/>
                <a:gd name="textAreaBottom" fmla="*/ 968040 h 967680"/>
              </a:gdLst>
              <a:ahLst/>
              <a:cxnLst/>
              <a:rect l="textAreaLeft" t="textAreaTop" r="textAreaRight" b="textAreaBottom"/>
              <a:pathLst>
                <a:path w="181539" h="20955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68DAF8">
                <a:alpha val="34000"/>
              </a:srgbClr>
            </a:solidFill>
            <a:ln w="19050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7" name="Google Shape;366;p36"/>
            <p:cNvSpPr/>
            <p:nvPr/>
          </p:nvSpPr>
          <p:spPr>
            <a:xfrm>
              <a:off x="8117280" y="2852280"/>
              <a:ext cx="838440" cy="967680"/>
            </a:xfrm>
            <a:custGeom>
              <a:avLst/>
              <a:gdLst>
                <a:gd name="textAreaLeft" fmla="*/ 0 w 838440"/>
                <a:gd name="textAreaRight" fmla="*/ 838800 w 838440"/>
                <a:gd name="textAreaTop" fmla="*/ 0 h 967680"/>
                <a:gd name="textAreaBottom" fmla="*/ 968040 h 967680"/>
              </a:gdLst>
              <a:ahLst/>
              <a:cxnLst/>
              <a:rect l="textAreaLeft" t="textAreaTop" r="textAreaRight" b="textAreaBottom"/>
              <a:pathLst>
                <a:path w="181539" h="20955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9FCBFD">
                <a:alpha val="41000"/>
              </a:srgbClr>
            </a:solidFill>
            <a:ln w="19050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8" name="Google Shape;367;p36"/>
            <p:cNvSpPr/>
            <p:nvPr/>
          </p:nvSpPr>
          <p:spPr>
            <a:xfrm>
              <a:off x="8172720" y="303480"/>
              <a:ext cx="838440" cy="967680"/>
            </a:xfrm>
            <a:custGeom>
              <a:avLst/>
              <a:gdLst>
                <a:gd name="textAreaLeft" fmla="*/ 0 w 838440"/>
                <a:gd name="textAreaRight" fmla="*/ 838800 w 838440"/>
                <a:gd name="textAreaTop" fmla="*/ 0 h 967680"/>
                <a:gd name="textAreaBottom" fmla="*/ 968040 h 967680"/>
              </a:gdLst>
              <a:ahLst/>
              <a:cxnLst/>
              <a:rect l="textAreaLeft" t="textAreaTop" r="textAreaRight" b="textAreaBottom"/>
              <a:pathLst>
                <a:path w="181539" h="20955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9FCBFD">
                <a:alpha val="41000"/>
              </a:srgbClr>
            </a:solidFill>
            <a:ln w="19050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sp>
        <p:nvSpPr>
          <p:cNvPr id="39" name="Rectangle 38"/>
          <p:cNvSpPr/>
          <p:nvPr/>
        </p:nvSpPr>
        <p:spPr>
          <a:xfrm>
            <a:off x="343080" y="1428840"/>
            <a:ext cx="5990760" cy="2190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b">
            <a:normAutofit fontScale="92500" lnSpcReduction="10000"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400" b="0" u="none" strike="noStrike">
                <a:solidFill>
                  <a:srgbClr val="384655"/>
                </a:solidFill>
                <a:effectLst/>
                <a:uFillTx/>
                <a:latin typeface="Lato"/>
              </a:rPr>
              <a:t>Supportlytics: Optimizing IT Support Team Performance Using Analytics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43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384655"/>
                </a:solidFill>
                <a:effectLst/>
                <a:uFillTx/>
                <a:latin typeface="Outfit"/>
              </a:rPr>
              <a:t>Milestone 1 (Week 1–2): Project Initialization &amp; Data Foundation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43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384655"/>
                </a:solidFill>
                <a:effectLst/>
                <a:uFillTx/>
                <a:latin typeface="Outfit"/>
              </a:rPr>
              <a:t>By Balu Atchutha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Rectangle 39"/>
          <p:cNvSpPr/>
          <p:nvPr/>
        </p:nvSpPr>
        <p:spPr>
          <a:xfrm>
            <a:off x="619200" y="1333440"/>
            <a:ext cx="7905240" cy="21333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 fontScale="92500" lnSpcReduction="10000"/>
          </a:bodyPr>
          <a:lstStyle/>
          <a:p>
            <a:pPr defTabSz="914400">
              <a:lnSpc>
                <a:spcPct val="15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384655"/>
                </a:solidFill>
                <a:effectLst/>
                <a:uFillTx/>
                <a:latin typeface="DM Sans"/>
              </a:rPr>
              <a:t>Objectives, KPIs &amp; Workflow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  <a:p>
            <a:pPr defTabSz="914400">
              <a:lnSpc>
                <a:spcPct val="150000"/>
              </a:lnSpc>
              <a:buClr>
                <a:srgbClr val="384655"/>
              </a:buClr>
              <a:buFont typeface="Calibri"/>
              <a:buChar char="•"/>
              <a:tabLst>
                <a:tab pos="0" algn="l"/>
              </a:tabLst>
            </a:pPr>
            <a:r>
              <a:rPr lang="en-US" sz="1600" b="0" u="none" strike="noStrike">
                <a:solidFill>
                  <a:srgbClr val="384655"/>
                </a:solidFill>
                <a:effectLst/>
                <a:uFillTx/>
                <a:latin typeface="DM Sans"/>
              </a:rPr>
              <a:t>Objectives: understand ticket patterns, quantify resolution efficiency, build a clean feature-rich dataset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  <a:p>
            <a:pPr defTabSz="914400">
              <a:lnSpc>
                <a:spcPct val="150000"/>
              </a:lnSpc>
              <a:buClr>
                <a:srgbClr val="384655"/>
              </a:buClr>
              <a:buFont typeface="Calibri"/>
              <a:buChar char="•"/>
              <a:tabLst>
                <a:tab pos="0" algn="l"/>
              </a:tabLst>
            </a:pPr>
            <a:r>
              <a:rPr lang="en-US" sz="1600" b="0" u="none" strike="noStrike">
                <a:solidFill>
                  <a:srgbClr val="384655"/>
                </a:solidFill>
                <a:effectLst/>
                <a:uFillTx/>
                <a:latin typeface="DM Sans"/>
              </a:rPr>
              <a:t>KPIs: Resolution_Duration, Priority_Score, ticket volume mix by Category/Priority, missing-data rate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  <a:p>
            <a:pPr defTabSz="914400">
              <a:lnSpc>
                <a:spcPct val="150000"/>
              </a:lnSpc>
              <a:buClr>
                <a:srgbClr val="384655"/>
              </a:buClr>
              <a:buFont typeface="Calibri"/>
              <a:buChar char="•"/>
              <a:tabLst>
                <a:tab pos="0" algn="l"/>
              </a:tabLst>
            </a:pPr>
            <a:r>
              <a:rPr lang="en-US" sz="1600" b="0" u="none" strike="noStrike">
                <a:solidFill>
                  <a:srgbClr val="384655"/>
                </a:solidFill>
                <a:effectLst/>
                <a:uFillTx/>
                <a:latin typeface="DM Sans"/>
              </a:rPr>
              <a:t>Workflow: Load → Explore → Clean → Engineer → Document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  <a:p>
            <a:pPr defTabSz="914400">
              <a:lnSpc>
                <a:spcPct val="150000"/>
              </a:lnSpc>
              <a:tabLst>
                <a:tab pos="0" algn="l"/>
              </a:tabLst>
            </a:pPr>
            <a:endParaRPr lang="en-US" sz="16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image_0:slide_img_HLMkcM.jpg"/>
          <p:cNvSpPr/>
          <p:nvPr/>
        </p:nvSpPr>
        <p:spPr>
          <a:xfrm>
            <a:off x="228600" y="257040"/>
            <a:ext cx="4114440" cy="4628880"/>
          </a:xfrm>
          <a:prstGeom prst="roundRect">
            <a:avLst>
              <a:gd name="adj" fmla="val 16667"/>
            </a:avLst>
          </a:prstGeom>
          <a:blipFill rotWithShape="0">
            <a:blip r:embed="rId2"/>
            <a:srcRect/>
            <a:stretch/>
          </a:blip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42" name="Rectangle 41"/>
          <p:cNvSpPr/>
          <p:nvPr/>
        </p:nvSpPr>
        <p:spPr>
          <a:xfrm>
            <a:off x="4800962" y="456840"/>
            <a:ext cx="3637798" cy="3857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200" b="0" u="none" strike="noStrike" dirty="0">
              <a:solidFill>
                <a:srgbClr val="000000"/>
              </a:solidFill>
              <a:effectLst/>
              <a:uFillTx/>
              <a:latin typeface="OpenSymbol"/>
            </a:endParaRPr>
          </a:p>
          <a:p>
            <a:r>
              <a:rPr lang="en-IN" b="1" dirty="0"/>
              <a:t>Module 1: Project Initialization &amp; Dataset Setup</a:t>
            </a:r>
          </a:p>
          <a:p>
            <a:endParaRPr lang="en-IN" sz="1200" b="1" dirty="0"/>
          </a:p>
          <a:p>
            <a:endParaRPr lang="en-IN" sz="1200" b="1" dirty="0"/>
          </a:p>
          <a:p>
            <a:endParaRPr lang="en-IN" sz="1200" dirty="0"/>
          </a:p>
          <a:p>
            <a:r>
              <a:rPr lang="en-IN" sz="1200" dirty="0"/>
              <a:t>Loaded helpdesk_tickets.csv with pandas — confirmed shape: 1,000,000 rows × 11 columns</a:t>
            </a:r>
          </a:p>
          <a:p>
            <a:endParaRPr lang="en-IN" sz="1200"/>
          </a:p>
          <a:p>
            <a:r>
              <a:rPr lang="en-IN" sz="1200"/>
              <a:t>Inspected </a:t>
            </a:r>
            <a:r>
              <a:rPr lang="en-IN" sz="1200" dirty="0"/>
              <a:t>schema: </a:t>
            </a:r>
            <a:r>
              <a:rPr lang="en-IN" sz="1200" dirty="0" err="1"/>
              <a:t>Ticket_ID</a:t>
            </a:r>
            <a:r>
              <a:rPr lang="en-IN" sz="1200" dirty="0"/>
              <a:t>, </a:t>
            </a:r>
            <a:r>
              <a:rPr lang="en-IN" sz="1200" dirty="0" err="1"/>
              <a:t>Date_Created</a:t>
            </a:r>
            <a:r>
              <a:rPr lang="en-IN" sz="1200" dirty="0"/>
              <a:t>, </a:t>
            </a:r>
            <a:r>
              <a:rPr lang="en-IN" sz="1200" dirty="0" err="1"/>
              <a:t>Date_Resolved</a:t>
            </a:r>
            <a:r>
              <a:rPr lang="en-IN" sz="1200" dirty="0"/>
              <a:t>, Category, Subcategory, Priority, Status, </a:t>
            </a:r>
            <a:r>
              <a:rPr lang="en-IN" sz="1200" dirty="0" err="1"/>
              <a:t>Assigned_Team</a:t>
            </a:r>
            <a:r>
              <a:rPr lang="en-IN" sz="1200" dirty="0"/>
              <a:t>, </a:t>
            </a:r>
            <a:r>
              <a:rPr lang="en-IN" sz="1200" dirty="0" err="1"/>
              <a:t>Resolution_Time_Hrs</a:t>
            </a:r>
            <a:r>
              <a:rPr lang="en-IN" sz="1200" dirty="0"/>
              <a:t>, Description, Escalated</a:t>
            </a:r>
          </a:p>
          <a:p>
            <a:endParaRPr lang="en-IN" sz="1200" dirty="0"/>
          </a:p>
          <a:p>
            <a:r>
              <a:rPr lang="en-IN" sz="1200" dirty="0"/>
              <a:t>Checked missing values: </a:t>
            </a:r>
            <a:r>
              <a:rPr lang="en-IN" sz="1200" dirty="0" err="1"/>
              <a:t>Date_Resolved</a:t>
            </a:r>
            <a:r>
              <a:rPr lang="en-IN" sz="1200" dirty="0"/>
              <a:t> is null for ~30% of rows (unresolved tickets)</a:t>
            </a:r>
          </a:p>
          <a:p>
            <a:endParaRPr lang="en-IN" sz="1200" dirty="0"/>
          </a:p>
          <a:p>
            <a:endParaRPr lang="en-IN" sz="1200" dirty="0"/>
          </a:p>
          <a:p>
            <a:r>
              <a:rPr lang="en-IN" sz="1200" dirty="0"/>
              <a:t>Confirmed no duplicate </a:t>
            </a:r>
            <a:r>
              <a:rPr lang="en-IN" sz="1200" dirty="0" err="1"/>
              <a:t>Ticket_IDs</a:t>
            </a:r>
            <a:endParaRPr lang="en-IN" sz="1200" dirty="0"/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200" b="0" u="none" strike="noStrike" dirty="0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43" name="Rectangle 42"/>
          <p:cNvSpPr/>
          <p:nvPr/>
        </p:nvSpPr>
        <p:spPr>
          <a:xfrm>
            <a:off x="5153040" y="0"/>
            <a:ext cx="347616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 lnSpcReduction="10000"/>
          </a:bodyPr>
          <a:lstStyle/>
          <a:p>
            <a:pPr defTabSz="914400">
              <a:lnSpc>
                <a:spcPct val="15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image_0:slide_img_HbJddM.jpg"/>
          <p:cNvSpPr/>
          <p:nvPr/>
        </p:nvSpPr>
        <p:spPr>
          <a:xfrm>
            <a:off x="228600" y="257040"/>
            <a:ext cx="4114440" cy="4628880"/>
          </a:xfrm>
          <a:prstGeom prst="roundRect">
            <a:avLst>
              <a:gd name="adj" fmla="val 16667"/>
            </a:avLst>
          </a:prstGeom>
          <a:blipFill rotWithShape="0">
            <a:blip r:embed="rId2"/>
            <a:srcRect/>
            <a:stretch/>
          </a:blip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45" name="Rectangle 44"/>
          <p:cNvSpPr/>
          <p:nvPr/>
        </p:nvSpPr>
        <p:spPr>
          <a:xfrm>
            <a:off x="4905360" y="19080"/>
            <a:ext cx="3476160" cy="4343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 fontScale="92500"/>
          </a:bodyPr>
          <a:lstStyle/>
          <a:p>
            <a:pPr defTabSz="914400">
              <a:lnSpc>
                <a:spcPct val="150000"/>
              </a:lnSpc>
              <a:tabLst>
                <a:tab pos="0" algn="l"/>
              </a:tabLst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  <a:p>
            <a:pPr defTabSz="914400">
              <a:lnSpc>
                <a:spcPct val="150000"/>
              </a:lnSpc>
              <a:tabLst>
                <a:tab pos="0" algn="l"/>
              </a:tabLst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  <a:p>
            <a:pPr defTabSz="914400">
              <a:lnSpc>
                <a:spcPct val="150000"/>
              </a:lnSpc>
              <a:tabLst>
                <a:tab pos="0" algn="l"/>
              </a:tabLst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  <a:p>
            <a:pPr defTabSz="914400">
              <a:lnSpc>
                <a:spcPct val="150000"/>
              </a:lnSpc>
              <a:tabLst>
                <a:tab pos="0" algn="l"/>
              </a:tabLst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  <a:p>
            <a:pPr defTabSz="914400">
              <a:lnSpc>
                <a:spcPct val="15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384655"/>
                </a:solidFill>
                <a:effectLst/>
                <a:uFillTx/>
                <a:latin typeface="DM Sans"/>
              </a:rPr>
              <a:t>Initial Ticket Distribution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  <a:p>
            <a:pPr defTabSz="914400">
              <a:lnSpc>
                <a:spcPct val="150000"/>
              </a:lnSpc>
              <a:tabLst>
                <a:tab pos="0" algn="l"/>
              </a:tabLst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  <a:p>
            <a:pPr defTabSz="914400">
              <a:lnSpc>
                <a:spcPct val="150000"/>
              </a:lnSpc>
              <a:buClr>
                <a:srgbClr val="384655"/>
              </a:buClr>
              <a:buFont typeface="Calibri"/>
              <a:buChar char="•"/>
              <a:tabLst>
                <a:tab pos="0" algn="l"/>
              </a:tabLst>
            </a:pPr>
            <a:r>
              <a:rPr lang="en-US" sz="1200" b="0" u="none" strike="noStrike">
                <a:solidFill>
                  <a:srgbClr val="384655"/>
                </a:solidFill>
                <a:effectLst/>
                <a:uFillTx/>
                <a:latin typeface="DM Sans"/>
              </a:rPr>
              <a:t>By Category: Software 200,628 | Security 200,004 | Network 199,943 | Hardware 199,761 | Access 199,664 (near-even ~20% split)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  <a:p>
            <a:pPr defTabSz="914400">
              <a:lnSpc>
                <a:spcPct val="150000"/>
              </a:lnSpc>
              <a:buClr>
                <a:srgbClr val="384655"/>
              </a:buClr>
              <a:buFont typeface="Calibri"/>
              <a:buChar char="•"/>
              <a:tabLst>
                <a:tab pos="0" algn="l"/>
              </a:tabLst>
            </a:pPr>
            <a:r>
              <a:rPr lang="en-US" sz="1200" b="0" u="none" strike="noStrike">
                <a:solidFill>
                  <a:srgbClr val="384655"/>
                </a:solidFill>
                <a:effectLst/>
                <a:uFillTx/>
                <a:latin typeface="DM Sans"/>
              </a:rPr>
              <a:t>By Priority: Low 250,419 | Medium 250,158 | High 249,853 | Critical 249,570 (near-even ~25% split)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  <a:p>
            <a:pPr defTabSz="914400">
              <a:lnSpc>
                <a:spcPct val="150000"/>
              </a:lnSpc>
              <a:buClr>
                <a:srgbClr val="384655"/>
              </a:buClr>
              <a:buFont typeface="Calibri"/>
              <a:buChar char="•"/>
              <a:tabLst>
                <a:tab pos="0" algn="l"/>
              </a:tabLst>
            </a:pPr>
            <a:r>
              <a:rPr lang="en-US" sz="1200" b="0" u="none" strike="noStrike">
                <a:solidFill>
                  <a:srgbClr val="384655"/>
                </a:solidFill>
                <a:effectLst/>
                <a:uFillTx/>
                <a:latin typeface="DM Sans"/>
              </a:rPr>
              <a:t>Note: dataset has no separate "Type" field — Category is the closest equivalent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  <a:p>
            <a:pPr defTabSz="914400">
              <a:lnSpc>
                <a:spcPct val="150000"/>
              </a:lnSpc>
              <a:buClr>
                <a:srgbClr val="384655"/>
              </a:buClr>
              <a:buFont typeface="Calibri"/>
              <a:buChar char="•"/>
              <a:tabLst>
                <a:tab pos="0" algn="l"/>
              </a:tabLst>
            </a:pPr>
            <a:r>
              <a:rPr lang="en-US" sz="1200" b="0" u="none" strike="noStrike">
                <a:solidFill>
                  <a:srgbClr val="384655"/>
                </a:solidFill>
                <a:effectLst/>
                <a:uFillTx/>
                <a:latin typeface="DM Sans"/>
              </a:rPr>
              <a:t>Reading: even distribution across both dimensions means resolution behavior, not volume skew, is where the real signal is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  <a:p>
            <a:pPr defTabSz="914400">
              <a:lnSpc>
                <a:spcPct val="150000"/>
              </a:lnSpc>
              <a:tabLst>
                <a:tab pos="0" algn="l"/>
              </a:tabLst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image_0:slide_img_dKOBeM.jpg"/>
          <p:cNvSpPr/>
          <p:nvPr/>
        </p:nvSpPr>
        <p:spPr>
          <a:xfrm>
            <a:off x="4800600" y="257040"/>
            <a:ext cx="4114440" cy="4628880"/>
          </a:xfrm>
          <a:prstGeom prst="roundRect">
            <a:avLst>
              <a:gd name="adj" fmla="val 16667"/>
            </a:avLst>
          </a:prstGeom>
          <a:blipFill rotWithShape="0">
            <a:blip r:embed="rId2"/>
            <a:srcRect/>
            <a:stretch/>
          </a:blip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47" name="Rectangle 46"/>
          <p:cNvSpPr/>
          <p:nvPr/>
        </p:nvSpPr>
        <p:spPr>
          <a:xfrm>
            <a:off x="619200" y="1019160"/>
            <a:ext cx="3476160" cy="3809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/>
          </a:bodyPr>
          <a:lstStyle/>
          <a:p>
            <a:pPr defTabSz="914400">
              <a:lnSpc>
                <a:spcPct val="15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384655"/>
                </a:solidFill>
                <a:effectLst/>
                <a:uFillTx/>
                <a:latin typeface="DM Sans"/>
              </a:rPr>
              <a:t>Module 2: Data Cleaning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  <a:p>
            <a:pPr defTabSz="914400">
              <a:lnSpc>
                <a:spcPct val="150000"/>
              </a:lnSpc>
              <a:tabLst>
                <a:tab pos="0" algn="l"/>
              </a:tabLst>
            </a:pPr>
            <a:endParaRPr lang="en-US" sz="16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  <a:p>
            <a:pPr defTabSz="914400">
              <a:lnSpc>
                <a:spcPct val="150000"/>
              </a:lnSpc>
              <a:buClr>
                <a:srgbClr val="384655"/>
              </a:buClr>
              <a:buFont typeface="Calibri"/>
              <a:buChar char="•"/>
              <a:tabLst>
                <a:tab pos="0" algn="l"/>
              </a:tabLst>
            </a:pPr>
            <a:r>
              <a:rPr lang="en-US" sz="1200" b="0" u="none" strike="noStrike">
                <a:solidFill>
                  <a:srgbClr val="384655"/>
                </a:solidFill>
                <a:effectLst/>
                <a:uFillTx/>
                <a:latin typeface="DM Sans"/>
              </a:rPr>
              <a:t>Flagged unresolved tickets via new Is_Resolved column instead of dropping ~300K open records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  <a:p>
            <a:pPr defTabSz="914400">
              <a:lnSpc>
                <a:spcPct val="150000"/>
              </a:lnSpc>
              <a:buClr>
                <a:srgbClr val="384655"/>
              </a:buClr>
              <a:buFont typeface="Calibri"/>
              <a:buChar char="•"/>
              <a:tabLst>
                <a:tab pos="0" algn="l"/>
              </a:tabLst>
            </a:pPr>
            <a:r>
              <a:rPr lang="en-US" sz="1200" b="0" u="none" strike="noStrike">
                <a:solidFill>
                  <a:srgbClr val="384655"/>
                </a:solidFill>
                <a:effectLst/>
                <a:uFillTx/>
                <a:latin typeface="DM Sans"/>
              </a:rPr>
              <a:t>Cross-checked Is_Resolved against the Status field for consistency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  <a:p>
            <a:pPr defTabSz="914400">
              <a:lnSpc>
                <a:spcPct val="150000"/>
              </a:lnSpc>
              <a:buClr>
                <a:srgbClr val="384655"/>
              </a:buClr>
              <a:buFont typeface="Calibri"/>
              <a:buChar char="•"/>
              <a:tabLst>
                <a:tab pos="0" algn="l"/>
              </a:tabLst>
            </a:pPr>
            <a:r>
              <a:rPr lang="en-US" sz="1200" b="0" u="none" strike="noStrike">
                <a:solidFill>
                  <a:srgbClr val="384655"/>
                </a:solidFill>
                <a:effectLst/>
                <a:uFillTx/>
                <a:latin typeface="DM Sans"/>
              </a:rPr>
              <a:t>Identified that raw Resolution_Time_Hrs didn't match the actual Date_Created → Date_Resolved gap (e.g., a 7-day-old ticket showed 3.56 hrs) — flagged for correction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  <a:p>
            <a:pPr defTabSz="914400">
              <a:lnSpc>
                <a:spcPct val="150000"/>
              </a:lnSpc>
              <a:tabLst>
                <a:tab pos="0" algn="l"/>
              </a:tabLst>
            </a:pPr>
            <a:endParaRPr lang="en-US" sz="16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Rectangle 47"/>
          <p:cNvSpPr/>
          <p:nvPr/>
        </p:nvSpPr>
        <p:spPr>
          <a:xfrm>
            <a:off x="619200" y="619200"/>
            <a:ext cx="7905240" cy="361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 fontScale="85000" lnSpcReduction="19999"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400" b="0" u="none" strike="noStrike">
                <a:solidFill>
                  <a:srgbClr val="384655"/>
                </a:solidFill>
                <a:effectLst/>
                <a:uFillTx/>
                <a:latin typeface="Outfit"/>
              </a:rPr>
              <a:t>Feature Engineering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49" name="Rectangle 48"/>
          <p:cNvSpPr/>
          <p:nvPr/>
        </p:nvSpPr>
        <p:spPr>
          <a:xfrm>
            <a:off x="676440" y="1343160"/>
            <a:ext cx="7905240" cy="3047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 fontScale="92500" lnSpcReduction="10000"/>
          </a:bodyPr>
          <a:lstStyle/>
          <a:p>
            <a:pPr defTabSz="914400">
              <a:lnSpc>
                <a:spcPct val="150000"/>
              </a:lnSpc>
              <a:tabLst>
                <a:tab pos="0" algn="l"/>
              </a:tabLst>
            </a:pPr>
            <a:endParaRPr lang="en-US" sz="16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  <a:p>
            <a:pPr defTabSz="914400">
              <a:lnSpc>
                <a:spcPct val="150000"/>
              </a:lnSpc>
              <a:buClr>
                <a:srgbClr val="384655"/>
              </a:buClr>
              <a:buFont typeface="Calibri"/>
              <a:buChar char="•"/>
              <a:tabLst>
                <a:tab pos="0" algn="l"/>
              </a:tabLst>
            </a:pPr>
            <a:r>
              <a:rPr lang="en-US" sz="1600" b="0" u="none" strike="noStrike">
                <a:solidFill>
                  <a:srgbClr val="384655"/>
                </a:solidFill>
                <a:effectLst/>
                <a:uFillTx/>
                <a:latin typeface="DM Sans"/>
              </a:rPr>
              <a:t>Resolution_Time_Days / Resolution_Time_Computed_Hrs = Date_Resolved − Date_Created (recomputed directly from dates, since the source column was unreliable)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  <a:p>
            <a:pPr defTabSz="914400">
              <a:lnSpc>
                <a:spcPct val="150000"/>
              </a:lnSpc>
              <a:buClr>
                <a:srgbClr val="384655"/>
              </a:buClr>
              <a:buFont typeface="Calibri"/>
              <a:buChar char="•"/>
              <a:tabLst>
                <a:tab pos="0" algn="l"/>
              </a:tabLst>
            </a:pPr>
            <a:r>
              <a:rPr lang="en-US" sz="1600" b="0" u="none" strike="noStrike">
                <a:solidFill>
                  <a:srgbClr val="384655"/>
                </a:solidFill>
                <a:effectLst/>
                <a:uFillTx/>
                <a:latin typeface="DM Sans"/>
              </a:rPr>
              <a:t>Priority_Encoded = ordinal mapping (Low=0, Medium=1, High=2, Critical=3) for use in modeling/clustering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  <a:p>
            <a:pPr defTabSz="914400">
              <a:lnSpc>
                <a:spcPct val="150000"/>
              </a:lnSpc>
              <a:buClr>
                <a:srgbClr val="384655"/>
              </a:buClr>
              <a:buFont typeface="Calibri"/>
              <a:buChar char="•"/>
              <a:tabLst>
                <a:tab pos="0" algn="l"/>
              </a:tabLst>
            </a:pPr>
            <a:r>
              <a:rPr lang="en-US" sz="1600" b="0" u="none" strike="noStrike">
                <a:solidFill>
                  <a:srgbClr val="384655"/>
                </a:solidFill>
                <a:effectLst/>
                <a:uFillTx/>
                <a:latin typeface="DM Sans"/>
              </a:rPr>
              <a:t>Performance_Bucket = Fast / Moderate / Slow / Unresolved, derived from resolution time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  <a:p>
            <a:pPr defTabSz="914400">
              <a:lnSpc>
                <a:spcPct val="150000"/>
              </a:lnSpc>
              <a:buClr>
                <a:srgbClr val="384655"/>
              </a:buClr>
              <a:buFont typeface="Calibri"/>
              <a:buChar char="•"/>
              <a:tabLst>
                <a:tab pos="0" algn="l"/>
              </a:tabLst>
            </a:pPr>
            <a:r>
              <a:rPr lang="en-US" sz="1600" b="0" u="none" strike="noStrike">
                <a:solidFill>
                  <a:srgbClr val="384655"/>
                </a:solidFill>
                <a:effectLst/>
                <a:uFillTx/>
                <a:latin typeface="DM Sans"/>
              </a:rPr>
              <a:t>Subcategory_Encoded = label-encoded (493 distinct subcategories)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  <a:p>
            <a:pPr defTabSz="914400">
              <a:lnSpc>
                <a:spcPct val="150000"/>
              </a:lnSpc>
              <a:tabLst>
                <a:tab pos="0" algn="l"/>
              </a:tabLst>
            </a:pPr>
            <a:endParaRPr lang="en-US" sz="16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image_0:slide_img_hPmkeM.jpg"/>
          <p:cNvSpPr/>
          <p:nvPr/>
        </p:nvSpPr>
        <p:spPr>
          <a:xfrm>
            <a:off x="4800600" y="257040"/>
            <a:ext cx="4114440" cy="4628880"/>
          </a:xfrm>
          <a:prstGeom prst="roundRect">
            <a:avLst>
              <a:gd name="adj" fmla="val 16667"/>
            </a:avLst>
          </a:prstGeom>
          <a:blipFill rotWithShape="0">
            <a:blip r:embed="rId2"/>
            <a:srcRect/>
            <a:stretch/>
          </a:blip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51" name="Rectangle 50"/>
          <p:cNvSpPr/>
          <p:nvPr/>
        </p:nvSpPr>
        <p:spPr>
          <a:xfrm>
            <a:off x="628560" y="857160"/>
            <a:ext cx="3476160" cy="4114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/>
          </a:bodyPr>
          <a:lstStyle/>
          <a:p>
            <a:pPr defTabSz="914400">
              <a:lnSpc>
                <a:spcPct val="15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384655"/>
                </a:solidFill>
                <a:effectLst/>
                <a:uFillTx/>
                <a:latin typeface="DM Sans"/>
              </a:rPr>
              <a:t>Encoding &amp; Deliverables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  <a:p>
            <a:pPr defTabSz="914400">
              <a:lnSpc>
                <a:spcPct val="150000"/>
              </a:lnSpc>
              <a:buClr>
                <a:srgbClr val="384655"/>
              </a:buClr>
              <a:buFont typeface="Calibri"/>
              <a:buChar char="•"/>
              <a:tabLst>
                <a:tab pos="0" algn="l"/>
              </a:tabLst>
            </a:pPr>
            <a:r>
              <a:rPr lang="en-US" sz="1200" b="0" u="none" strike="noStrike">
                <a:solidFill>
                  <a:srgbClr val="384655"/>
                </a:solidFill>
                <a:effectLst/>
                <a:uFillTx/>
                <a:latin typeface="DM Sans"/>
              </a:rPr>
              <a:t>One-hot encoded Category, Status, Assigned_Team, Performance_Bucket → 31 total columns in df_encoded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  <a:p>
            <a:pPr defTabSz="914400">
              <a:lnSpc>
                <a:spcPct val="150000"/>
              </a:lnSpc>
              <a:buClr>
                <a:srgbClr val="384655"/>
              </a:buClr>
              <a:buFont typeface="Calibri"/>
              <a:buChar char="•"/>
              <a:tabLst>
                <a:tab pos="0" algn="l"/>
              </a:tabLst>
            </a:pPr>
            <a:r>
              <a:rPr lang="en-US" sz="1200" b="0" u="none" strike="noStrike">
                <a:solidFill>
                  <a:srgbClr val="384655"/>
                </a:solidFill>
                <a:effectLst/>
                <a:uFillTx/>
                <a:latin typeface="DM Sans"/>
              </a:rPr>
              <a:t>Deliverable 1: Cleaned dataset — helpdesk_tickets_cleaned.csv (1,000,000 × 17)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  <a:p>
            <a:pPr defTabSz="914400">
              <a:lnSpc>
                <a:spcPct val="150000"/>
              </a:lnSpc>
              <a:buClr>
                <a:srgbClr val="384655"/>
              </a:buClr>
              <a:buFont typeface="Calibri"/>
              <a:buChar char="•"/>
              <a:tabLst>
                <a:tab pos="0" algn="l"/>
              </a:tabLst>
            </a:pPr>
            <a:r>
              <a:rPr lang="en-US" sz="1200" b="0" u="none" strike="noStrike">
                <a:solidFill>
                  <a:srgbClr val="384655"/>
                </a:solidFill>
                <a:effectLst/>
                <a:uFillTx/>
                <a:latin typeface="DM Sans"/>
              </a:rPr>
              <a:t>Deliverable 2: Feature engineering summary (this milestone's logic + validation notes)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  <a:p>
            <a:pPr defTabSz="914400">
              <a:lnSpc>
                <a:spcPct val="150000"/>
              </a:lnSpc>
              <a:buClr>
                <a:srgbClr val="384655"/>
              </a:buClr>
              <a:buFont typeface="Calibri"/>
              <a:buChar char="•"/>
              <a:tabLst>
                <a:tab pos="0" algn="l"/>
              </a:tabLst>
            </a:pPr>
            <a:r>
              <a:rPr lang="en-US" sz="1200" b="0" u="none" strike="noStrike">
                <a:solidFill>
                  <a:srgbClr val="384655"/>
                </a:solidFill>
                <a:effectLst/>
                <a:uFillTx/>
                <a:latin typeface="DM Sans"/>
              </a:rPr>
              <a:t>Deliverable 3: Data dictionary — column name, type, description, example value per field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  <a:p>
            <a:pPr defTabSz="914400">
              <a:lnSpc>
                <a:spcPct val="150000"/>
              </a:lnSpc>
              <a:tabLst>
                <a:tab pos="0" algn="l"/>
              </a:tabLst>
            </a:pPr>
            <a:endParaRPr lang="en-US" sz="16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Rectangle 51"/>
          <p:cNvSpPr/>
          <p:nvPr/>
        </p:nvSpPr>
        <p:spPr>
          <a:xfrm>
            <a:off x="619200" y="619200"/>
            <a:ext cx="7905240" cy="361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 fontScale="85000" lnSpcReduction="19999"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400" b="0" u="none" strike="noStrike">
                <a:solidFill>
                  <a:srgbClr val="384655"/>
                </a:solidFill>
                <a:effectLst/>
                <a:uFillTx/>
                <a:latin typeface="Outfit"/>
              </a:rPr>
              <a:t>Conclusions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53" name="Rectangle 52"/>
          <p:cNvSpPr/>
          <p:nvPr/>
        </p:nvSpPr>
        <p:spPr>
          <a:xfrm>
            <a:off x="619200" y="1905120"/>
            <a:ext cx="7905240" cy="1371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 fontScale="92500" lnSpcReduction="10000"/>
          </a:bodyPr>
          <a:lstStyle/>
          <a:p>
            <a:pPr defTabSz="914400">
              <a:lnSpc>
                <a:spcPct val="15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384655"/>
                </a:solidFill>
                <a:effectLst/>
                <a:uFillTx/>
                <a:latin typeface="DM Sans"/>
              </a:rPr>
              <a:t>Milestone 1 complete: clean, documented, feature-rich dataset ready for deeper analysis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  <a:p>
            <a:pPr defTabSz="914400">
              <a:lnSpc>
                <a:spcPct val="15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384655"/>
                </a:solidFill>
                <a:effectLst/>
                <a:uFillTx/>
                <a:latin typeface="DM Sans"/>
              </a:rPr>
              <a:t>Next (Milestone 2): clustering tickets by similarity (Cluster_ID, Similarity_Score, Similarity_Level), trend exploration, performance dashboards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1082;p70"/>
          <p:cNvSpPr/>
          <p:nvPr/>
        </p:nvSpPr>
        <p:spPr>
          <a:xfrm rot="10800000" flipH="1">
            <a:off x="7136640" y="4539600"/>
            <a:ext cx="838440" cy="967680"/>
          </a:xfrm>
          <a:custGeom>
            <a:avLst/>
            <a:gdLst>
              <a:gd name="textAreaLeft" fmla="*/ -360 w 838440"/>
              <a:gd name="textAreaRight" fmla="*/ 838440 w 838440"/>
              <a:gd name="textAreaTop" fmla="*/ 0 h 967680"/>
              <a:gd name="textAreaBottom" fmla="*/ 968040 h 967680"/>
            </a:gdLst>
            <a:ahLst/>
            <a:cxnLst/>
            <a:rect l="textAreaLeft" t="textAreaTop" r="textAreaRight" b="textAreaBottom"/>
            <a:pathLst>
              <a:path w="181539" h="209550">
                <a:moveTo>
                  <a:pt x="90694" y="0"/>
                </a:moveTo>
                <a:lnTo>
                  <a:pt x="0" y="52388"/>
                </a:lnTo>
                <a:lnTo>
                  <a:pt x="0" y="157163"/>
                </a:lnTo>
                <a:lnTo>
                  <a:pt x="90694" y="209550"/>
                </a:lnTo>
                <a:lnTo>
                  <a:pt x="181539" y="157163"/>
                </a:lnTo>
                <a:lnTo>
                  <a:pt x="181539" y="52388"/>
                </a:lnTo>
                <a:lnTo>
                  <a:pt x="90694" y="0"/>
                </a:lnTo>
                <a:close/>
              </a:path>
            </a:pathLst>
          </a:custGeom>
          <a:solidFill>
            <a:schemeClr val="lt2"/>
          </a:solidFill>
          <a:ln w="19050">
            <a:solidFill>
              <a:srgbClr val="FFFF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59" name="Google Shape;1083;p70"/>
          <p:cNvSpPr/>
          <p:nvPr/>
        </p:nvSpPr>
        <p:spPr>
          <a:xfrm rot="10800000" flipH="1">
            <a:off x="6717240" y="4067640"/>
            <a:ext cx="838440" cy="967680"/>
          </a:xfrm>
          <a:custGeom>
            <a:avLst/>
            <a:gdLst>
              <a:gd name="textAreaLeft" fmla="*/ -360 w 838440"/>
              <a:gd name="textAreaRight" fmla="*/ 838440 w 838440"/>
              <a:gd name="textAreaTop" fmla="*/ 0 h 967680"/>
              <a:gd name="textAreaBottom" fmla="*/ 968040 h 967680"/>
            </a:gdLst>
            <a:ahLst/>
            <a:cxnLst/>
            <a:rect l="textAreaLeft" t="textAreaTop" r="textAreaRight" b="textAreaBottom"/>
            <a:pathLst>
              <a:path w="181539" h="209550">
                <a:moveTo>
                  <a:pt x="90694" y="0"/>
                </a:moveTo>
                <a:lnTo>
                  <a:pt x="0" y="52388"/>
                </a:lnTo>
                <a:lnTo>
                  <a:pt x="0" y="157163"/>
                </a:lnTo>
                <a:lnTo>
                  <a:pt x="90694" y="209550"/>
                </a:lnTo>
                <a:lnTo>
                  <a:pt x="181539" y="157163"/>
                </a:lnTo>
                <a:lnTo>
                  <a:pt x="181539" y="52388"/>
                </a:lnTo>
                <a:lnTo>
                  <a:pt x="90694" y="0"/>
                </a:lnTo>
                <a:close/>
              </a:path>
            </a:pathLst>
          </a:custGeom>
          <a:solidFill>
            <a:srgbClr val="9FCBFD">
              <a:alpha val="41000"/>
            </a:srgbClr>
          </a:solidFill>
          <a:ln w="19050">
            <a:solidFill>
              <a:srgbClr val="FFFF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62" name="Google Shape;1086;p70"/>
          <p:cNvSpPr/>
          <p:nvPr/>
        </p:nvSpPr>
        <p:spPr>
          <a:xfrm rot="10800000" flipH="1">
            <a:off x="7591320" y="3396240"/>
            <a:ext cx="838440" cy="967680"/>
          </a:xfrm>
          <a:custGeom>
            <a:avLst/>
            <a:gdLst>
              <a:gd name="textAreaLeft" fmla="*/ -360 w 838440"/>
              <a:gd name="textAreaRight" fmla="*/ 838440 w 838440"/>
              <a:gd name="textAreaTop" fmla="*/ 0 h 967680"/>
              <a:gd name="textAreaBottom" fmla="*/ 968040 h 967680"/>
            </a:gdLst>
            <a:ahLst/>
            <a:cxnLst/>
            <a:rect l="textAreaLeft" t="textAreaTop" r="textAreaRight" b="textAreaBottom"/>
            <a:pathLst>
              <a:path w="181539" h="209550">
                <a:moveTo>
                  <a:pt x="90694" y="0"/>
                </a:moveTo>
                <a:lnTo>
                  <a:pt x="0" y="52388"/>
                </a:lnTo>
                <a:lnTo>
                  <a:pt x="0" y="157163"/>
                </a:lnTo>
                <a:lnTo>
                  <a:pt x="90694" y="209550"/>
                </a:lnTo>
                <a:lnTo>
                  <a:pt x="181539" y="157163"/>
                </a:lnTo>
                <a:lnTo>
                  <a:pt x="181539" y="52388"/>
                </a:lnTo>
                <a:lnTo>
                  <a:pt x="90694" y="0"/>
                </a:lnTo>
                <a:close/>
              </a:path>
            </a:pathLst>
          </a:custGeom>
          <a:solidFill>
            <a:schemeClr val="accent1"/>
          </a:solidFill>
          <a:ln w="19050">
            <a:solidFill>
              <a:srgbClr val="FFFF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64" name="Google Shape;1088;p70"/>
          <p:cNvSpPr/>
          <p:nvPr/>
        </p:nvSpPr>
        <p:spPr>
          <a:xfrm rot="10800000" flipH="1">
            <a:off x="8073000" y="2981880"/>
            <a:ext cx="838440" cy="967680"/>
          </a:xfrm>
          <a:custGeom>
            <a:avLst/>
            <a:gdLst>
              <a:gd name="textAreaLeft" fmla="*/ -360 w 838440"/>
              <a:gd name="textAreaRight" fmla="*/ 838440 w 838440"/>
              <a:gd name="textAreaTop" fmla="*/ 0 h 967680"/>
              <a:gd name="textAreaBottom" fmla="*/ 968040 h 967680"/>
            </a:gdLst>
            <a:ahLst/>
            <a:cxnLst/>
            <a:rect l="textAreaLeft" t="textAreaTop" r="textAreaRight" b="textAreaBottom"/>
            <a:pathLst>
              <a:path w="181539" h="209550">
                <a:moveTo>
                  <a:pt x="90694" y="0"/>
                </a:moveTo>
                <a:lnTo>
                  <a:pt x="0" y="52388"/>
                </a:lnTo>
                <a:lnTo>
                  <a:pt x="0" y="157163"/>
                </a:lnTo>
                <a:lnTo>
                  <a:pt x="90694" y="209550"/>
                </a:lnTo>
                <a:lnTo>
                  <a:pt x="181539" y="157163"/>
                </a:lnTo>
                <a:lnTo>
                  <a:pt x="181539" y="52388"/>
                </a:lnTo>
                <a:lnTo>
                  <a:pt x="90694" y="0"/>
                </a:lnTo>
                <a:close/>
              </a:path>
            </a:pathLst>
          </a:custGeom>
          <a:solidFill>
            <a:srgbClr val="68DAF8">
              <a:alpha val="34000"/>
            </a:srgbClr>
          </a:solidFill>
          <a:ln w="19050">
            <a:solidFill>
              <a:srgbClr val="FFFF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66" name="Google Shape;1090;p70"/>
          <p:cNvSpPr/>
          <p:nvPr/>
        </p:nvSpPr>
        <p:spPr>
          <a:xfrm>
            <a:off x="6465960" y="283680"/>
            <a:ext cx="838440" cy="967680"/>
          </a:xfrm>
          <a:custGeom>
            <a:avLst/>
            <a:gdLst>
              <a:gd name="textAreaLeft" fmla="*/ 0 w 838440"/>
              <a:gd name="textAreaRight" fmla="*/ 838800 w 838440"/>
              <a:gd name="textAreaTop" fmla="*/ 0 h 967680"/>
              <a:gd name="textAreaBottom" fmla="*/ 968040 h 967680"/>
            </a:gdLst>
            <a:ahLst/>
            <a:cxnLst/>
            <a:rect l="textAreaLeft" t="textAreaTop" r="textAreaRight" b="textAreaBottom"/>
            <a:pathLst>
              <a:path w="181539" h="209550">
                <a:moveTo>
                  <a:pt x="90694" y="0"/>
                </a:moveTo>
                <a:lnTo>
                  <a:pt x="0" y="52388"/>
                </a:lnTo>
                <a:lnTo>
                  <a:pt x="0" y="157163"/>
                </a:lnTo>
                <a:lnTo>
                  <a:pt x="90694" y="209550"/>
                </a:lnTo>
                <a:lnTo>
                  <a:pt x="181539" y="157163"/>
                </a:lnTo>
                <a:lnTo>
                  <a:pt x="181539" y="52388"/>
                </a:lnTo>
                <a:lnTo>
                  <a:pt x="90694" y="0"/>
                </a:lnTo>
                <a:close/>
              </a:path>
            </a:pathLst>
          </a:custGeom>
          <a:solidFill>
            <a:schemeClr val="dk2"/>
          </a:solidFill>
          <a:ln w="19050">
            <a:solidFill>
              <a:srgbClr val="FFFF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67" name="Google Shape;1091;p70"/>
          <p:cNvSpPr/>
          <p:nvPr/>
        </p:nvSpPr>
        <p:spPr>
          <a:xfrm>
            <a:off x="5843520" y="-493560"/>
            <a:ext cx="838440" cy="967680"/>
          </a:xfrm>
          <a:custGeom>
            <a:avLst/>
            <a:gdLst>
              <a:gd name="textAreaLeft" fmla="*/ 0 w 838440"/>
              <a:gd name="textAreaRight" fmla="*/ 838800 w 838440"/>
              <a:gd name="textAreaTop" fmla="*/ 0 h 967680"/>
              <a:gd name="textAreaBottom" fmla="*/ 968040 h 967680"/>
            </a:gdLst>
            <a:ahLst/>
            <a:cxnLst/>
            <a:rect l="textAreaLeft" t="textAreaTop" r="textAreaRight" b="textAreaBottom"/>
            <a:pathLst>
              <a:path w="181539" h="209550">
                <a:moveTo>
                  <a:pt x="90694" y="0"/>
                </a:moveTo>
                <a:lnTo>
                  <a:pt x="0" y="52388"/>
                </a:lnTo>
                <a:lnTo>
                  <a:pt x="0" y="157163"/>
                </a:lnTo>
                <a:lnTo>
                  <a:pt x="90694" y="209550"/>
                </a:lnTo>
                <a:lnTo>
                  <a:pt x="181539" y="157163"/>
                </a:lnTo>
                <a:lnTo>
                  <a:pt x="181539" y="52388"/>
                </a:lnTo>
                <a:lnTo>
                  <a:pt x="90694" y="0"/>
                </a:lnTo>
                <a:close/>
              </a:path>
            </a:pathLst>
          </a:custGeom>
          <a:solidFill>
            <a:schemeClr val="lt2"/>
          </a:solidFill>
          <a:ln w="19050">
            <a:solidFill>
              <a:srgbClr val="FFFF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69" name="Google Shape;1093;p70"/>
          <p:cNvSpPr/>
          <p:nvPr/>
        </p:nvSpPr>
        <p:spPr>
          <a:xfrm>
            <a:off x="5215680" y="-48960"/>
            <a:ext cx="838440" cy="967680"/>
          </a:xfrm>
          <a:custGeom>
            <a:avLst/>
            <a:gdLst>
              <a:gd name="textAreaLeft" fmla="*/ 0 w 838440"/>
              <a:gd name="textAreaRight" fmla="*/ 838800 w 838440"/>
              <a:gd name="textAreaTop" fmla="*/ 0 h 967680"/>
              <a:gd name="textAreaBottom" fmla="*/ 968040 h 967680"/>
            </a:gdLst>
            <a:ahLst/>
            <a:cxnLst/>
            <a:rect l="textAreaLeft" t="textAreaTop" r="textAreaRight" b="textAreaBottom"/>
            <a:pathLst>
              <a:path w="181539" h="209550">
                <a:moveTo>
                  <a:pt x="90694" y="0"/>
                </a:moveTo>
                <a:lnTo>
                  <a:pt x="0" y="52388"/>
                </a:lnTo>
                <a:lnTo>
                  <a:pt x="0" y="157163"/>
                </a:lnTo>
                <a:lnTo>
                  <a:pt x="90694" y="209550"/>
                </a:lnTo>
                <a:lnTo>
                  <a:pt x="181539" y="157163"/>
                </a:lnTo>
                <a:lnTo>
                  <a:pt x="181539" y="52388"/>
                </a:lnTo>
                <a:lnTo>
                  <a:pt x="90694" y="0"/>
                </a:lnTo>
                <a:close/>
              </a:path>
            </a:pathLst>
          </a:custGeom>
          <a:solidFill>
            <a:srgbClr val="68DAF8">
              <a:alpha val="34000"/>
            </a:srgbClr>
          </a:solidFill>
          <a:ln w="19050">
            <a:solidFill>
              <a:srgbClr val="FFFF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70" name="Google Shape;1094;p70"/>
          <p:cNvSpPr/>
          <p:nvPr/>
        </p:nvSpPr>
        <p:spPr>
          <a:xfrm rot="10800000" flipH="1">
            <a:off x="8595360" y="1947960"/>
            <a:ext cx="838440" cy="967680"/>
          </a:xfrm>
          <a:custGeom>
            <a:avLst/>
            <a:gdLst>
              <a:gd name="textAreaLeft" fmla="*/ -360 w 838440"/>
              <a:gd name="textAreaRight" fmla="*/ 838440 w 838440"/>
              <a:gd name="textAreaTop" fmla="*/ 0 h 967680"/>
              <a:gd name="textAreaBottom" fmla="*/ 968040 h 967680"/>
            </a:gdLst>
            <a:ahLst/>
            <a:cxnLst/>
            <a:rect l="textAreaLeft" t="textAreaTop" r="textAreaRight" b="textAreaBottom"/>
            <a:pathLst>
              <a:path w="181539" h="209550">
                <a:moveTo>
                  <a:pt x="90694" y="0"/>
                </a:moveTo>
                <a:lnTo>
                  <a:pt x="0" y="52388"/>
                </a:lnTo>
                <a:lnTo>
                  <a:pt x="0" y="157163"/>
                </a:lnTo>
                <a:lnTo>
                  <a:pt x="90694" y="209550"/>
                </a:lnTo>
                <a:lnTo>
                  <a:pt x="181539" y="157163"/>
                </a:lnTo>
                <a:lnTo>
                  <a:pt x="181539" y="52388"/>
                </a:lnTo>
                <a:lnTo>
                  <a:pt x="90694" y="0"/>
                </a:lnTo>
                <a:close/>
              </a:path>
            </a:pathLst>
          </a:custGeom>
          <a:solidFill>
            <a:schemeClr val="lt2"/>
          </a:solidFill>
          <a:ln w="19050">
            <a:solidFill>
              <a:srgbClr val="FFFF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71" name="Google Shape;1095;p70"/>
          <p:cNvSpPr/>
          <p:nvPr/>
        </p:nvSpPr>
        <p:spPr>
          <a:xfrm rot="10800000" flipH="1">
            <a:off x="8148600" y="1464840"/>
            <a:ext cx="838440" cy="967680"/>
          </a:xfrm>
          <a:custGeom>
            <a:avLst/>
            <a:gdLst>
              <a:gd name="textAreaLeft" fmla="*/ -360 w 838440"/>
              <a:gd name="textAreaRight" fmla="*/ 838440 w 838440"/>
              <a:gd name="textAreaTop" fmla="*/ 0 h 967680"/>
              <a:gd name="textAreaBottom" fmla="*/ 968040 h 967680"/>
            </a:gdLst>
            <a:ahLst/>
            <a:cxnLst/>
            <a:rect l="textAreaLeft" t="textAreaTop" r="textAreaRight" b="textAreaBottom"/>
            <a:pathLst>
              <a:path w="181539" h="209550">
                <a:moveTo>
                  <a:pt x="90694" y="0"/>
                </a:moveTo>
                <a:lnTo>
                  <a:pt x="0" y="52388"/>
                </a:lnTo>
                <a:lnTo>
                  <a:pt x="0" y="157163"/>
                </a:lnTo>
                <a:lnTo>
                  <a:pt x="90694" y="209550"/>
                </a:lnTo>
                <a:lnTo>
                  <a:pt x="181539" y="157163"/>
                </a:lnTo>
                <a:lnTo>
                  <a:pt x="181539" y="52388"/>
                </a:lnTo>
                <a:lnTo>
                  <a:pt x="90694" y="0"/>
                </a:lnTo>
                <a:close/>
              </a:path>
            </a:pathLst>
          </a:custGeom>
          <a:solidFill>
            <a:srgbClr val="9FCBFD">
              <a:alpha val="41000"/>
            </a:srgbClr>
          </a:solidFill>
          <a:ln w="19050">
            <a:solidFill>
              <a:srgbClr val="FFFF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72" name="Google Shape;1096;p70"/>
          <p:cNvSpPr/>
          <p:nvPr/>
        </p:nvSpPr>
        <p:spPr>
          <a:xfrm>
            <a:off x="7964280" y="423360"/>
            <a:ext cx="838440" cy="967680"/>
          </a:xfrm>
          <a:custGeom>
            <a:avLst/>
            <a:gdLst>
              <a:gd name="textAreaLeft" fmla="*/ 0 w 838440"/>
              <a:gd name="textAreaRight" fmla="*/ 838800 w 838440"/>
              <a:gd name="textAreaTop" fmla="*/ 0 h 967680"/>
              <a:gd name="textAreaBottom" fmla="*/ 968040 h 967680"/>
            </a:gdLst>
            <a:ahLst/>
            <a:cxnLst/>
            <a:rect l="textAreaLeft" t="textAreaTop" r="textAreaRight" b="textAreaBottom"/>
            <a:pathLst>
              <a:path w="181539" h="209550">
                <a:moveTo>
                  <a:pt x="90694" y="0"/>
                </a:moveTo>
                <a:lnTo>
                  <a:pt x="0" y="52388"/>
                </a:lnTo>
                <a:lnTo>
                  <a:pt x="0" y="157163"/>
                </a:lnTo>
                <a:lnTo>
                  <a:pt x="90694" y="209550"/>
                </a:lnTo>
                <a:lnTo>
                  <a:pt x="181539" y="157163"/>
                </a:lnTo>
                <a:lnTo>
                  <a:pt x="181539" y="52388"/>
                </a:lnTo>
                <a:lnTo>
                  <a:pt x="90694" y="0"/>
                </a:lnTo>
                <a:close/>
              </a:path>
            </a:pathLst>
          </a:custGeom>
          <a:solidFill>
            <a:schemeClr val="accent1"/>
          </a:solidFill>
          <a:ln w="19050">
            <a:solidFill>
              <a:srgbClr val="FFFF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73" name="Google Shape;1097;p70"/>
          <p:cNvSpPr/>
          <p:nvPr/>
        </p:nvSpPr>
        <p:spPr>
          <a:xfrm>
            <a:off x="8372520" y="-48960"/>
            <a:ext cx="838440" cy="967680"/>
          </a:xfrm>
          <a:custGeom>
            <a:avLst/>
            <a:gdLst>
              <a:gd name="textAreaLeft" fmla="*/ 0 w 838440"/>
              <a:gd name="textAreaRight" fmla="*/ 838800 w 838440"/>
              <a:gd name="textAreaTop" fmla="*/ 0 h 967680"/>
              <a:gd name="textAreaBottom" fmla="*/ 968040 h 967680"/>
            </a:gdLst>
            <a:ahLst/>
            <a:cxnLst/>
            <a:rect l="textAreaLeft" t="textAreaTop" r="textAreaRight" b="textAreaBottom"/>
            <a:pathLst>
              <a:path w="181539" h="209550">
                <a:moveTo>
                  <a:pt x="90694" y="0"/>
                </a:moveTo>
                <a:lnTo>
                  <a:pt x="0" y="52388"/>
                </a:lnTo>
                <a:lnTo>
                  <a:pt x="0" y="157163"/>
                </a:lnTo>
                <a:lnTo>
                  <a:pt x="90694" y="209550"/>
                </a:lnTo>
                <a:lnTo>
                  <a:pt x="181539" y="157163"/>
                </a:lnTo>
                <a:lnTo>
                  <a:pt x="181539" y="52388"/>
                </a:lnTo>
                <a:lnTo>
                  <a:pt x="90694" y="0"/>
                </a:lnTo>
                <a:close/>
              </a:path>
            </a:pathLst>
          </a:custGeom>
          <a:solidFill>
            <a:srgbClr val="68DAF8">
              <a:alpha val="34000"/>
            </a:srgbClr>
          </a:solidFill>
          <a:ln w="19050">
            <a:solidFill>
              <a:srgbClr val="FFFF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A11E409C-0EEC-CC46-0D84-9DB42E8592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ata Collection and Analysis - Master of Science in Community Health and Prevention Research by Slidesgo">
  <a:themeElements>
    <a:clrScheme name="Simple Light">
      <a:dk1>
        <a:srgbClr val="384655"/>
      </a:dk1>
      <a:lt1>
        <a:srgbClr val="FFFFFF"/>
      </a:lt1>
      <a:dk2>
        <a:srgbClr val="AFC7FF"/>
      </a:dk2>
      <a:lt2>
        <a:srgbClr val="9FCBFD"/>
      </a:lt2>
      <a:accent1>
        <a:srgbClr val="68DAF8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384655"/>
      </a:hlink>
      <a:folHlink>
        <a:srgbClr val="0097A7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</TotalTime>
  <Words>518</Words>
  <Application>Microsoft Office PowerPoint</Application>
  <PresentationFormat>On-screen Show (16:9)</PresentationFormat>
  <Paragraphs>51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8" baseType="lpstr">
      <vt:lpstr>Arial</vt:lpstr>
      <vt:lpstr>Calibri</vt:lpstr>
      <vt:lpstr>DM Sans</vt:lpstr>
      <vt:lpstr>Lato</vt:lpstr>
      <vt:lpstr>OpenSymbol</vt:lpstr>
      <vt:lpstr>Outfit</vt:lpstr>
      <vt:lpstr>Symbol</vt:lpstr>
      <vt:lpstr>Wingdings</vt:lpstr>
      <vt:lpstr>Data Collection and Analysis - Master of Science in Community Health and Prevention Research by Slidesgo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Microsoft Corporation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MADHU BABU REPALLI</cp:lastModifiedBy>
  <cp:revision>1</cp:revision>
  <dcterms:modified xsi:type="dcterms:W3CDTF">2026-07-09T12:41:50Z</dcterms:modified>
</cp:coreProperties>
</file>

<file path=docProps/core0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2026-07-09T12:29:01Z</dcterms:created>
  <dc:creator>Slidesgo AI</dc:creator>
  <dc:description/>
  <dc:language>en-US</dc:language>
  <cp:lastModifiedBy>Unknown Creator</cp:lastModifiedBy>
  <dcterms:modified xsi:type="dcterms:W3CDTF">2026-07-09T12:29:01Z</dcterms:modified>
  <cp:revision>0</cp:revision>
  <dc:subject/>
  <dc:title>Untitled Presentation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Slides">
    <vt:r8>9</vt:r8>
  </property>
  <property fmtid="{D5CDD505-2E9C-101B-9397-08002B2CF9AE}" pid="3" name="SlidesgoGeneratedBy">
    <vt:lpwstr>slidesgo-ai</vt:lpwstr>
  </property>
  <property fmtid="{D5CDD505-2E9C-101B-9397-08002B2CF9AE}" pid="4" name="SlidesgoPresentationUuid">
    <vt:lpwstr>a237a71b-a7c2-4d73-bf96-fd060a51a519</vt:lpwstr>
  </property>
</Properties>
</file>