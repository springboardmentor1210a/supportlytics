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Inter" panose="020B0604020202020204" charset="0"/>
      <p:regular r:id="rId14"/>
    </p:embeddedFont>
    <p:embeddedFont>
      <p:font typeface="Inter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412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65609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Supportlytics –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Milestone 2: Exploratory Visualization &amp; Similarity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050158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25119" y="3489573"/>
            <a:ext cx="4722763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Presented By : Ayush Gupta 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3925119" y="3812084"/>
            <a:ext cx="4722763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26207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Milestone Objectives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981795"/>
            <a:ext cx="4722763" cy="1835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 comprehensive Exploratory Data Analysis (EDA) on 10k ticket records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temporal and categorical ticket patterns to surface trends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ticket categories and priority distributions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similarity scores and identify issue clusters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 cluster performance and identify operational gaps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 actionable insights for support process improvements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8728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Overview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310211" y="1111151"/>
            <a:ext cx="434235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Metrics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310211" y="1428229"/>
            <a:ext cx="479955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tickets: </a:t>
            </a: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10,000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Features: </a:t>
            </a: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32+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310211" y="1728936"/>
            <a:ext cx="4342358" cy="905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 Types: Technical, Billing, Account, Feature Request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Priorities: Low / Medium / High / Critical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Geography: Multiple countries / locales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Derived: Clusters &amp; Similarity Scores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310211" y="2751162"/>
            <a:ext cx="434235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Important Columns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310211" y="3068241"/>
            <a:ext cx="4342358" cy="1615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Ticket_ID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Ticket_Type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Cluster_Name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Similarity_Score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Resolution_Duration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B00F24-287A-5BF6-567D-996EFFAAE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1111150"/>
            <a:ext cx="3995225" cy="33131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2134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3 — Exploratory Visualization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40755"/>
            <a:ext cx="3183062" cy="3319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474146"/>
            <a:ext cx="438715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883274" y="1016139"/>
            <a:ext cx="438715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722688" y="1481955"/>
            <a:ext cx="3929955" cy="3054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wrangling with </a:t>
            </a: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Pandas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(cleaning, null handling, feature engineering)</a:t>
            </a:r>
            <a:endParaRPr lang="en-US" sz="1400" dirty="0"/>
          </a:p>
          <a:p>
            <a:pPr marL="182880" indent="-18288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Visualizations with </a:t>
            </a: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Matplotlib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Seaborn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distribution, time series, and category frequency</a:t>
            </a:r>
            <a:endParaRPr lang="en-US" sz="1400" dirty="0"/>
          </a:p>
          <a:p>
            <a:pPr marL="182880" indent="-18288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standard analytic views: type/priorities, category frequency, cluster counts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688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Ticket Distribution Analysis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11945"/>
            <a:ext cx="3902943" cy="24207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092178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49701" y="1749772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Sample Observations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749701" y="2112987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Support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receives the highest volume of tickets — primary workload driver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Medium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priority tickets are the most frequent, suggesting steady operational demand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Billing queue shows repeated requests — candidate for FAQ/automation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49701" y="3700537"/>
            <a:ext cx="3902943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Speaker note: Use these distributions to size teams and prioritize automation opportunities.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713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Category &amp; Cluster Insights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42194"/>
            <a:ext cx="3902943" cy="2347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748832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701" y="1251198"/>
            <a:ext cx="3902943" cy="232908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49701" y="3739753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96119" y="426266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categories and clusters were validated against ticket text and metadata — clusters map closely to recurring operational themes and help prioritize interventions.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3715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4 — Similarity &amp; Cluster Analysis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67421"/>
            <a:ext cx="3478039" cy="20642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16892" y="3369579"/>
            <a:ext cx="864569" cy="333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Evaluate Clusters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827298" y="3369579"/>
            <a:ext cx="864569" cy="333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Cluster Tickets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19939" y="3369579"/>
            <a:ext cx="864569" cy="333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Compute Similarity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324796" y="1620292"/>
            <a:ext cx="4784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324796" y="1974652"/>
            <a:ext cx="4327773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Vectorized ticket text (TF-IDF / sentence embeddings)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Pairwise similarity → thresholding to assign tickets to clusters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Cluster-level metrics: average Similarity_Score, Cluster_Size, mean Resolution_Duration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4796" y="3367311"/>
            <a:ext cx="4327773" cy="779562"/>
          </a:xfrm>
          <a:prstGeom prst="roundRect">
            <a:avLst>
              <a:gd name="adj" fmla="val 7638"/>
            </a:avLst>
          </a:prstGeom>
          <a:solidFill>
            <a:srgbClr val="DADBF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555" y="3582367"/>
            <a:ext cx="177180" cy="1417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5494" y="3530278"/>
            <a:ext cx="372531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Similarity thresholds tuned to balance precision/recall for meaningful clusters.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306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Gap Analysis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77603"/>
            <a:ext cx="3908375" cy="30808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408066"/>
            <a:ext cx="43655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44269" y="1340644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Comparisons Conducted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744269" y="1688157"/>
            <a:ext cx="3908375" cy="958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 Size vs Average Similarity Score (scatter)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 Duration distribution by Cluster (box plot)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Outlier detection to find clusters with long tails in resolution time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744269" y="2779440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Observations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744269" y="3126953"/>
            <a:ext cx="3908375" cy="1390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Larger clusters tend to have slightly lower average similarity (more heterogeneous issues)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clusters show long resolution tails — prioritize process optimization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low-similarity clusters still have fast resolution; others need knowledge-base updates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785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504355"/>
            <a:ext cx="4004965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1650876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Volume Drivers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1957388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and account-management tickets dominate — focus staffing accordingly.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504355"/>
            <a:ext cx="4005039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9363" y="1650876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Priority Mix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9363" y="1957388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priority comprises the majority; reserving high-priority responders improves SLAs.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2699296"/>
            <a:ext cx="4004965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640" y="2845817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Clusters to Target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2640" y="3152329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Billing and Security clusters are largest and show repeat demand — automation candidates.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2699296"/>
            <a:ext cx="4005039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9363" y="2845817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Similarity Scores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9363" y="3152329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clusters maintain average similarity &gt; 0.80, indicating coherent grouping for templated responses.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391194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 confirmed operational bottlenecks and surfaced targeted opportunities for automation, KB expansion, and routing optimization.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3847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Next Steps &amp; Recommendations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38164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Analytic Roadmap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72221"/>
            <a:ext cx="8151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 similarity models (embedder tuning) and re-evaluate cluster stability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time-series analysis for seasonality and SLA forecasting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ticket metadata (agent, channel) for routing optimization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3111252"/>
            <a:ext cx="8151763" cy="793775"/>
          </a:xfrm>
          <a:prstGeom prst="roundRect">
            <a:avLst>
              <a:gd name="adj" fmla="val 7501"/>
            </a:avLst>
          </a:prstGeom>
          <a:solidFill>
            <a:srgbClr val="DADBF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312021"/>
            <a:ext cx="177180" cy="1417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6816" y="3288432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 deliverable: Updated dashboards with KPI cards (Cluster Size, Avg Similarity, Median Resolution Time) and automated alerts.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5021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Thank You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544</Words>
  <Application>Microsoft Office PowerPoint</Application>
  <PresentationFormat>On-screen Show (16:9)</PresentationFormat>
  <Paragraphs>84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Ayush Gupta</cp:lastModifiedBy>
  <cp:revision>3</cp:revision>
  <dcterms:created xsi:type="dcterms:W3CDTF">2026-07-23T12:22:33Z</dcterms:created>
  <dcterms:modified xsi:type="dcterms:W3CDTF">2026-07-24T12:50:52Z</dcterms:modified>
</cp:coreProperties>
</file>