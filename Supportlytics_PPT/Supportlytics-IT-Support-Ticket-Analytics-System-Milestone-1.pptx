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166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22735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Supportlytics – IT Support Ticket Analytics System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8" y="2734792"/>
            <a:ext cx="8151763" cy="173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1 (Week 1–2)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Student: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Ayush Gupta — B.Tech Computer Science Engineering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Deliverables: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Cleaned dataset, Feature engineering summary, Data dictionary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6236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917948"/>
            <a:ext cx="472276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IT Support Analytics: structured analysis of ticket data to surface operational insights.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analyze tickets: identify root causes, prioritize work, and improve resource allocation.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Importance: turns operational logs into measurable KPIs for SLA, capacity planning, and trend detection.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benefits: faster resolution, lower costs, improved user satisfaction, and data-driven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43799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7" y="1239441"/>
            <a:ext cx="6833151" cy="2537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ticket volume overwhelms teams and obscures patterns.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often manual — inconsistent prioritization and reporting.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resolution times cause SLA breaches and user frustration.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visibility into categories and repeat issues → missed improvement opportunities.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Need: automated analytics pipeline to produce reliable insights for action.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8686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542455"/>
            <a:ext cx="4722763" cy="2714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IT support ticket data.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ticket trends.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resolution performance.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SLA compliance.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ticket priority distribution.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common issue categories.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data for visualization.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business insights.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support efficiency.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data-driven decision making.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191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Performance Indicators (KPIs)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08422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3996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Tickets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146474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over time — daily, weekly, monthly trends.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308422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83996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Resolution Time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146474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Mean/median hours from created to resolved; SLA target comparisons.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308422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839962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Distribution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146474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Counts and share of Critical/High/Medium/Low tickets.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83619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41515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 &amp; Status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72167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 by category, status, and top recurring issues.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2883619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41515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Satisfaction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72167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scores or proxies where available; trend monitoring.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96119" y="433476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KPIs: Open vs Resolved, First Response Time, SLA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022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Workflow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58813"/>
            <a:ext cx="8151763" cy="36682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4067" y="1036028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 Data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724067" y="1319180"/>
            <a:ext cx="1426538" cy="302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CSV dataset into system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34929" y="3787209"/>
            <a:ext cx="1434376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134929" y="4070361"/>
            <a:ext cx="1434376" cy="302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validation and profiling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30115" y="1008594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 Data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30115" y="1291746"/>
            <a:ext cx="1426538" cy="302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missing values and errors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0977" y="3787209"/>
            <a:ext cx="1426539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940977" y="4070361"/>
            <a:ext cx="1426539" cy="302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features for analytics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609430"/>
            <a:ext cx="8608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workflow defines the Milestone 1 pipeline: data ingestion, validation, cleaning, and feature creation to produce analytics-ready outputs.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375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Overview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13830"/>
            <a:ext cx="3932709" cy="22284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9935" y="1006450"/>
            <a:ext cx="3932709" cy="949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File: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IT_Support_Tickets.csv 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Approx. records: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10,000+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Approx. columns: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25–30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columns (sample):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719935" y="2064767"/>
            <a:ext cx="3932709" cy="2563044"/>
          </a:xfrm>
          <a:prstGeom prst="roundRect">
            <a:avLst>
              <a:gd name="adj" fmla="val 192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24698" y="2069529"/>
            <a:ext cx="3923184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842123" y="2132558"/>
            <a:ext cx="17893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Ticket_ID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13748" y="2132558"/>
            <a:ext cx="257398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ticket identifier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24698" y="2367260"/>
            <a:ext cx="3923184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842123" y="2430289"/>
            <a:ext cx="17893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Created_Date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13748" y="2430289"/>
            <a:ext cx="257398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 ticket opened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24698" y="2664991"/>
            <a:ext cx="3923184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842123" y="2728020"/>
            <a:ext cx="17893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Resolution_Date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13748" y="2728020"/>
            <a:ext cx="257398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 ticket closed/resolved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24698" y="2962721"/>
            <a:ext cx="3923184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4842123" y="3025750"/>
            <a:ext cx="17893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13748" y="3025750"/>
            <a:ext cx="257398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Open, In Progress, Resolved, Closed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24698" y="3260452"/>
            <a:ext cx="3923184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842123" y="3323481"/>
            <a:ext cx="17893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13748" y="3323481"/>
            <a:ext cx="257398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Low/Medium/High/Critical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24698" y="3558183"/>
            <a:ext cx="3923184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842123" y="3621212"/>
            <a:ext cx="17893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Ticket_Type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13748" y="3621212"/>
            <a:ext cx="257398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Incident/Request/Change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24698" y="3855913"/>
            <a:ext cx="3923184" cy="4694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842123" y="3918942"/>
            <a:ext cx="17893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13748" y="3918942"/>
            <a:ext cx="211678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Network/Software/Hardware/Security/Email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24698" y="4325317"/>
            <a:ext cx="3923184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842123" y="4388346"/>
            <a:ext cx="17893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13748" y="4388346"/>
            <a:ext cx="257398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 of request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124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Dataset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17749"/>
            <a:ext cx="8151763" cy="2448223"/>
          </a:xfrm>
          <a:prstGeom prst="roundRect">
            <a:avLst>
              <a:gd name="adj" fmla="val 243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52251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2863" y="1612329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Ticket_ID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66528" y="1612329"/>
            <a:ext cx="1390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7812" y="1612329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16214" y="1612329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4617" y="1612329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0881" y="1928961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863" y="2018779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T0001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66528" y="2018779"/>
            <a:ext cx="1390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87812" y="2018779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16214" y="2018779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4617" y="2018779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2335411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863" y="2425229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T0002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66528" y="2425229"/>
            <a:ext cx="1390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87812" y="2425229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6214" y="2425229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44617" y="2425229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0881" y="2741861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2863" y="2831678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T0003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66528" y="2831678"/>
            <a:ext cx="1390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87812" y="283167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6214" y="283167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44617" y="2831678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0881" y="314831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2863" y="3238128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T0004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66528" y="3238128"/>
            <a:ext cx="1390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87812" y="323812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16214" y="323812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44617" y="3238128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Germany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0881" y="3554760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2863" y="3644578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T0005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866528" y="3644578"/>
            <a:ext cx="1390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087812" y="364457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16214" y="364457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44617" y="3644578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Canada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6119" y="412544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column explained: Ticket_ID (ID), Priority (severity), Status (life cycle), Category (issue type), Country (location).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11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1 — Implementation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6432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Tasks completed: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1818680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initialization: defined objectives, KPIs, and workflow.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loading and schema exploration using Pandas.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checks: data types, missing values, duplicates.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952601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sample: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49701" y="3338885"/>
            <a:ext cx="3902943" cy="963960"/>
          </a:xfrm>
          <a:prstGeom prst="roundRect">
            <a:avLst>
              <a:gd name="adj" fmla="val 6177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4742631" y="3338885"/>
            <a:ext cx="3917082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4919811" y="3480643"/>
            <a:ext cx="35627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pd.read_csv("../data/IT_Support_Tickets.csv")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938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Exploration &amp; Initial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497955"/>
            <a:ext cx="472276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metrics: dataset shape, column listing, and data types.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 counts and duplicate detection to guide cleaning scope.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aggregates: ticket counts by Type, Priority, Category, Country, Status.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snippets for repeatability: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66988"/>
            <a:ext cx="4722763" cy="963960"/>
          </a:xfrm>
          <a:prstGeom prst="roundRect">
            <a:avLst>
              <a:gd name="adj" fmla="val 6177"/>
            </a:avLst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489049" y="3166988"/>
            <a:ext cx="4736902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666229" y="3308747"/>
            <a:ext cx="438254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429041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Placeholders: Bar charts for distributions, pie charts for category share, count plots for status.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8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19200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Achievements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6119" y="1715319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completed Milestone 1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loaded and explored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cleaned successfully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engineered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Processed dataset created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Milestone 2 (Exploratory Data Analysis)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219200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49701" y="1715319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exploratory data analysis (EDA)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visualizations and insights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for advanced analytics and modeling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568452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3835524"/>
            <a:ext cx="8151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5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702</Words>
  <Application>Microsoft Office PowerPoint</Application>
  <PresentationFormat>On-screen Show (16:9)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Consolas</vt:lpstr>
      <vt:lpstr>Inter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Ayush Gupta</cp:lastModifiedBy>
  <cp:revision>2</cp:revision>
  <dcterms:created xsi:type="dcterms:W3CDTF">2026-07-10T12:24:44Z</dcterms:created>
  <dcterms:modified xsi:type="dcterms:W3CDTF">2026-07-10T13:16:58Z</dcterms:modified>
</cp:coreProperties>
</file>