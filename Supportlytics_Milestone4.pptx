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9" r:id="rId7"/>
    <p:sldId id="268" r:id="rId8"/>
    <p:sldId id="267" r:id="rId9"/>
    <p:sldId id="266" r:id="rId10"/>
    <p:sldId id="262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91" y="19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DHU BABU REPALLI" userId="337d1a51e8d6a876" providerId="LiveId" clId="{23F7D730-FF31-433F-9D63-6BA0F5F646E3}"/>
    <pc:docChg chg="custSel addSld delSld modSld">
      <pc:chgData name="MADHU BABU REPALLI" userId="337d1a51e8d6a876" providerId="LiveId" clId="{23F7D730-FF31-433F-9D63-6BA0F5F646E3}" dt="2026-08-17T11:54:10.858" v="36" actId="931"/>
      <pc:docMkLst>
        <pc:docMk/>
      </pc:docMkLst>
      <pc:sldChg chg="addSp delSp modSp mod">
        <pc:chgData name="MADHU BABU REPALLI" userId="337d1a51e8d6a876" providerId="LiveId" clId="{23F7D730-FF31-433F-9D63-6BA0F5F646E3}" dt="2026-08-17T11:52:35.882" v="14" actId="20577"/>
        <pc:sldMkLst>
          <pc:docMk/>
          <pc:sldMk cId="0" sldId="260"/>
        </pc:sldMkLst>
        <pc:spChg chg="mod">
          <ac:chgData name="MADHU BABU REPALLI" userId="337d1a51e8d6a876" providerId="LiveId" clId="{23F7D730-FF31-433F-9D63-6BA0F5F646E3}" dt="2026-08-17T11:52:35.882" v="14" actId="20577"/>
          <ac:spMkLst>
            <pc:docMk/>
            <pc:sldMk cId="0" sldId="260"/>
            <ac:spMk id="3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44.115" v="0" actId="478"/>
          <ac:spMkLst>
            <pc:docMk/>
            <pc:sldMk cId="0" sldId="260"/>
            <ac:spMk id="4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47.168" v="1" actId="478"/>
          <ac:spMkLst>
            <pc:docMk/>
            <pc:sldMk cId="0" sldId="260"/>
            <ac:spMk id="5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7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9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13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2:01.864" v="6" actId="478"/>
          <ac:spMkLst>
            <pc:docMk/>
            <pc:sldMk cId="0" sldId="260"/>
            <ac:spMk id="14" creationId="{00000000-0000-0000-0000-000000000000}"/>
          </ac:spMkLst>
        </pc:spChg>
        <pc:spChg chg="del mod">
          <ac:chgData name="MADHU BABU REPALLI" userId="337d1a51e8d6a876" providerId="LiveId" clId="{23F7D730-FF31-433F-9D63-6BA0F5F646E3}" dt="2026-08-17T11:52:00.445" v="5" actId="478"/>
          <ac:spMkLst>
            <pc:docMk/>
            <pc:sldMk cId="0" sldId="260"/>
            <ac:spMk id="15" creationId="{00000000-0000-0000-0000-000000000000}"/>
          </ac:spMkLst>
        </pc:spChg>
        <pc:spChg chg="mod">
          <ac:chgData name="MADHU BABU REPALLI" userId="337d1a51e8d6a876" providerId="LiveId" clId="{23F7D730-FF31-433F-9D63-6BA0F5F646E3}" dt="2026-08-17T11:52:08.046" v="9" actId="6549"/>
          <ac:spMkLst>
            <pc:docMk/>
            <pc:sldMk cId="0" sldId="260"/>
            <ac:spMk id="16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17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20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21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22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2:03.466" v="7" actId="478"/>
          <ac:spMkLst>
            <pc:docMk/>
            <pc:sldMk cId="0" sldId="260"/>
            <ac:spMk id="23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2:10.381" v="10" actId="478"/>
          <ac:spMkLst>
            <pc:docMk/>
            <pc:sldMk cId="0" sldId="260"/>
            <ac:spMk id="26" creationId="{00000000-0000-0000-0000-000000000000}"/>
          </ac:spMkLst>
        </pc:spChg>
        <pc:spChg chg="del">
          <ac:chgData name="MADHU BABU REPALLI" userId="337d1a51e8d6a876" providerId="LiveId" clId="{23F7D730-FF31-433F-9D63-6BA0F5F646E3}" dt="2026-08-17T11:51:50.358" v="2" actId="478"/>
          <ac:spMkLst>
            <pc:docMk/>
            <pc:sldMk cId="0" sldId="260"/>
            <ac:spMk id="28" creationId="{00000000-0000-0000-0000-000000000000}"/>
          </ac:spMkLst>
        </pc:spChg>
        <pc:picChg chg="add mod">
          <ac:chgData name="MADHU BABU REPALLI" userId="337d1a51e8d6a876" providerId="LiveId" clId="{23F7D730-FF31-433F-9D63-6BA0F5F646E3}" dt="2026-08-17T11:52:27.350" v="13" actId="1076"/>
          <ac:picMkLst>
            <pc:docMk/>
            <pc:sldMk cId="0" sldId="260"/>
            <ac:picMk id="30" creationId="{15572B75-71BC-30DD-D906-2EDD1E6E45CD}"/>
          </ac:picMkLst>
        </pc:picChg>
      </pc:sldChg>
      <pc:sldChg chg="del">
        <pc:chgData name="MADHU BABU REPALLI" userId="337d1a51e8d6a876" providerId="LiveId" clId="{23F7D730-FF31-433F-9D63-6BA0F5F646E3}" dt="2026-08-17T11:53:10.806" v="28" actId="47"/>
        <pc:sldMkLst>
          <pc:docMk/>
          <pc:sldMk cId="0" sldId="261"/>
        </pc:sldMkLst>
      </pc:sldChg>
      <pc:sldChg chg="del">
        <pc:chgData name="MADHU BABU REPALLI" userId="337d1a51e8d6a876" providerId="LiveId" clId="{23F7D730-FF31-433F-9D63-6BA0F5F646E3}" dt="2026-08-17T11:53:02.270" v="27" actId="47"/>
        <pc:sldMkLst>
          <pc:docMk/>
          <pc:sldMk cId="0" sldId="263"/>
        </pc:sldMkLst>
      </pc:sldChg>
      <pc:sldChg chg="modSp mod">
        <pc:chgData name="MADHU BABU REPALLI" userId="337d1a51e8d6a876" providerId="LiveId" clId="{23F7D730-FF31-433F-9D63-6BA0F5F646E3}" dt="2026-08-17T11:52:54.360" v="26" actId="20577"/>
        <pc:sldMkLst>
          <pc:docMk/>
          <pc:sldMk cId="0" sldId="264"/>
        </pc:sldMkLst>
        <pc:spChg chg="mod">
          <ac:chgData name="MADHU BABU REPALLI" userId="337d1a51e8d6a876" providerId="LiveId" clId="{23F7D730-FF31-433F-9D63-6BA0F5F646E3}" dt="2026-08-17T11:52:54.360" v="26" actId="20577"/>
          <ac:spMkLst>
            <pc:docMk/>
            <pc:sldMk cId="0" sldId="264"/>
            <ac:spMk id="7" creationId="{00000000-0000-0000-0000-000000000000}"/>
          </ac:spMkLst>
        </pc:spChg>
      </pc:sldChg>
      <pc:sldChg chg="addSp modSp new mod">
        <pc:chgData name="MADHU BABU REPALLI" userId="337d1a51e8d6a876" providerId="LiveId" clId="{23F7D730-FF31-433F-9D63-6BA0F5F646E3}" dt="2026-08-17T11:54:10.858" v="36" actId="931"/>
        <pc:sldMkLst>
          <pc:docMk/>
          <pc:sldMk cId="325905805" sldId="266"/>
        </pc:sldMkLst>
        <pc:picChg chg="add mod">
          <ac:chgData name="MADHU BABU REPALLI" userId="337d1a51e8d6a876" providerId="LiveId" clId="{23F7D730-FF31-433F-9D63-6BA0F5F646E3}" dt="2026-08-17T11:54:10.858" v="36" actId="931"/>
          <ac:picMkLst>
            <pc:docMk/>
            <pc:sldMk cId="325905805" sldId="266"/>
            <ac:picMk id="3" creationId="{9972590A-5132-42A8-D497-5F7086E9BC4F}"/>
          </ac:picMkLst>
        </pc:picChg>
      </pc:sldChg>
      <pc:sldChg chg="addSp modSp new mod">
        <pc:chgData name="MADHU BABU REPALLI" userId="337d1a51e8d6a876" providerId="LiveId" clId="{23F7D730-FF31-433F-9D63-6BA0F5F646E3}" dt="2026-08-17T11:54:03.388" v="35" actId="931"/>
        <pc:sldMkLst>
          <pc:docMk/>
          <pc:sldMk cId="1411956998" sldId="267"/>
        </pc:sldMkLst>
        <pc:picChg chg="add mod">
          <ac:chgData name="MADHU BABU REPALLI" userId="337d1a51e8d6a876" providerId="LiveId" clId="{23F7D730-FF31-433F-9D63-6BA0F5F646E3}" dt="2026-08-17T11:54:03.388" v="35" actId="931"/>
          <ac:picMkLst>
            <pc:docMk/>
            <pc:sldMk cId="1411956998" sldId="267"/>
            <ac:picMk id="3" creationId="{762C3F0C-879E-AC16-DC12-0F087DF03D92}"/>
          </ac:picMkLst>
        </pc:picChg>
      </pc:sldChg>
      <pc:sldChg chg="addSp modSp new mod">
        <pc:chgData name="MADHU BABU REPALLI" userId="337d1a51e8d6a876" providerId="LiveId" clId="{23F7D730-FF31-433F-9D63-6BA0F5F646E3}" dt="2026-08-17T11:53:52.160" v="34" actId="931"/>
        <pc:sldMkLst>
          <pc:docMk/>
          <pc:sldMk cId="1011272000" sldId="268"/>
        </pc:sldMkLst>
        <pc:picChg chg="add mod">
          <ac:chgData name="MADHU BABU REPALLI" userId="337d1a51e8d6a876" providerId="LiveId" clId="{23F7D730-FF31-433F-9D63-6BA0F5F646E3}" dt="2026-08-17T11:53:52.160" v="34" actId="931"/>
          <ac:picMkLst>
            <pc:docMk/>
            <pc:sldMk cId="1011272000" sldId="268"/>
            <ac:picMk id="3" creationId="{6448B11D-6B46-F038-9AA3-A1ADDACDAD93}"/>
          </ac:picMkLst>
        </pc:picChg>
      </pc:sldChg>
      <pc:sldChg chg="addSp modSp new mod">
        <pc:chgData name="MADHU BABU REPALLI" userId="337d1a51e8d6a876" providerId="LiveId" clId="{23F7D730-FF31-433F-9D63-6BA0F5F646E3}" dt="2026-08-17T11:53:44.223" v="33" actId="931"/>
        <pc:sldMkLst>
          <pc:docMk/>
          <pc:sldMk cId="3171322447" sldId="269"/>
        </pc:sldMkLst>
        <pc:picChg chg="add mod">
          <ac:chgData name="MADHU BABU REPALLI" userId="337d1a51e8d6a876" providerId="LiveId" clId="{23F7D730-FF31-433F-9D63-6BA0F5F646E3}" dt="2026-08-17T11:53:44.223" v="33" actId="931"/>
          <ac:picMkLst>
            <pc:docMk/>
            <pc:sldMk cId="3171322447" sldId="269"/>
            <ac:picMk id="3" creationId="{6134768B-8970-8DCE-7169-94A0C15C82A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438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F7C82">
              <a:alpha val="2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-1371600" y="4754880"/>
            <a:ext cx="3657600" cy="3657600"/>
          </a:xfrm>
          <a:prstGeom prst="ellipse">
            <a:avLst/>
          </a:prstGeom>
          <a:solidFill>
            <a:srgbClr val="E08E2B">
              <a:alpha val="1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SUPPORTLYTICS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Ticket Analytics — Milestone 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Report Preparation  •  Documentation &amp; Presentation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6035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0" y="6035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Infosys Internship Project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554480" y="14630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Recap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84708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 1–3 summary and where Module 6 left off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4231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242316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— Dashboard &amp; Report Prep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80720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framework and dashboard design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33832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54480" y="338328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76732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and interactivity plan (Power BI / Streamlit)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54480" y="434340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Documentation &amp; Presentation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54480" y="472744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Report, slides, and GitHub packaging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554480" y="530352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Deliverables Checklist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5687568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at the end of Week 8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Left 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1–6 recap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82296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395728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support ticket data cleaned and structured for analysis using SQL and Excel.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6492240" y="193852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92240" y="2395728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and patterns explored across the ticket dataset in Python.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822960" y="41788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&amp; Categorization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22960" y="4636008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grouped by similarity to surface frequent issue categories.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949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6492240" y="4178808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&amp; Category Insights (Module 6)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92240" y="4636008"/>
            <a:ext cx="48463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Region-level views added; the dataset has no native location fields, so region/lat-long used here is simulated for illustration.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/ Report Preparation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78308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visual insights from Modules 1–6 into one interactive dashboard, organized around four performance KPIs.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1005840" y="2999232"/>
            <a:ext cx="411480" cy="73152"/>
          </a:xfrm>
          <a:prstGeom prst="rect">
            <a:avLst/>
          </a:prstGeom>
          <a:solidFill>
            <a:srgbClr val="E08E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Resolution Time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36118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quickly tickets are resolved, tracked over time and by category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74320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6537960" y="2999232"/>
            <a:ext cx="411480" cy="73152"/>
          </a:xfrm>
          <a:prstGeom prst="rect">
            <a:avLst/>
          </a:prstGeom>
          <a:solidFill>
            <a:srgbClr val="E08E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6537960" y="312724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Frequent Categories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61188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view of the ticket categories driving the highest volume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75488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005840" y="5010912"/>
            <a:ext cx="411480" cy="73152"/>
          </a:xfrm>
          <a:prstGeom prst="rect">
            <a:avLst/>
          </a:prstGeom>
          <a:solidFill>
            <a:srgbClr val="E08E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1005840" y="513892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Similarity Index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05840" y="56235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tightly tickets group within each cluster from the similarity model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475488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24365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6537960" y="5010912"/>
            <a:ext cx="411480" cy="73152"/>
          </a:xfrm>
          <a:prstGeom prst="rect">
            <a:avLst/>
          </a:prstGeom>
          <a:solidFill>
            <a:srgbClr val="E08E2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6537960" y="5138928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Performing Regions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562356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with the strongest resolution outcomes (simulated region data)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Layout Plan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— fill with live Power BI visuals during 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25712" y="2194560"/>
            <a:ext cx="2313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5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15572B75-71BC-30DD-D906-2EDD1E6E45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415" y="1389372"/>
            <a:ext cx="9478043" cy="53242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34768B-8970-8DCE-7169-94A0C15C8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140" y="628407"/>
            <a:ext cx="9929720" cy="56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322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48B11D-6B46-F038-9AA3-A1ADDACDA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847" y="658890"/>
            <a:ext cx="9998306" cy="5540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272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2C3F0C-879E-AC16-DC12-0F087DF03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657" y="636028"/>
            <a:ext cx="9990686" cy="558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956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72590A-5132-42A8-D497-5F7086E9BC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709" y="601735"/>
            <a:ext cx="9952582" cy="565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05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F7C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Presentation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011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six modules of work into a report, a slide deck, and a clean GitHub repo.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project report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methodology, KPIs, and findings into a PDF / README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3108960"/>
            <a:ext cx="502920" cy="502920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343400" y="3108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34340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presentation slides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343400" y="4206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 and recommendations for stakeholders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955280" y="3108960"/>
            <a:ext cx="502920" cy="502920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7955280" y="3108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55280" y="37490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to GitHub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955280" y="42062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visuals, and report organized in the repo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Deliverables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checkpoint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822960" y="2048256"/>
            <a:ext cx="438912" cy="438912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822960" y="204825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1828800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 (Power BI) with all four KPIs live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862072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822960" y="3081528"/>
            <a:ext cx="438912" cy="438912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822960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08760" y="2862072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project documentation (PDF / README)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95344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822960" y="4114800"/>
            <a:ext cx="438912" cy="438912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822960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08760" y="3895344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slides highlighting insights &amp; recommendations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28616"/>
            <a:ext cx="110642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822960" y="5148072"/>
            <a:ext cx="438912" cy="438912"/>
          </a:xfrm>
          <a:prstGeom prst="ellipse">
            <a:avLst/>
          </a:prstGeom>
          <a:solidFill>
            <a:srgbClr val="0F7C8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822960" y="514807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08760" y="4928616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visuals, and report uploaded to GitHub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0F7C82">
              <a:alpha val="1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429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FC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4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Supportlytics — Infosys Internship 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382</Words>
  <Application>Microsoft Office PowerPoint</Application>
  <PresentationFormat>Widescreen</PresentationFormat>
  <Paragraphs>77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MADHU BABU REPALLI</cp:lastModifiedBy>
  <cp:revision>1</cp:revision>
  <dcterms:created xsi:type="dcterms:W3CDTF">2026-08-17T11:42:44Z</dcterms:created>
  <dcterms:modified xsi:type="dcterms:W3CDTF">2026-08-17T11:54:19Z</dcterms:modified>
</cp:coreProperties>
</file>