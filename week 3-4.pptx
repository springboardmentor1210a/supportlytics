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Software</c:v>
                  </c:pt>
                  <c:pt idx="1">
                    <c:v>Security</c:v>
                  </c:pt>
                  <c:pt idx="2">
                    <c:v>Network</c:v>
                  </c:pt>
                  <c:pt idx="3">
                    <c:v>Hardware</c:v>
                  </c:pt>
                  <c:pt idx="4">
                    <c:v>Access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200628</c:v>
                </c:pt>
                <c:pt idx="1">
                  <c:v>200004</c:v>
                </c:pt>
                <c:pt idx="2">
                  <c:v>199943</c:v>
                </c:pt>
                <c:pt idx="3">
                  <c:v>199761</c:v>
                </c:pt>
                <c:pt idx="4">
                  <c:v>199664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 touch screen</c:v>
                  </c:pt>
                  <c:pt idx="1">
                    <c:v>Laptop motherboard</c:v>
                  </c:pt>
                  <c:pt idx="2">
                    <c:v>Keyboard malfunction</c:v>
                  </c:pt>
                  <c:pt idx="3">
                    <c:v>DHCP failure</c:v>
                  </c:pt>
                  <c:pt idx="4">
                    <c:v>Suspicious cookie theft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2166</c:v>
                </c:pt>
                <c:pt idx="1">
                  <c:v>2161</c:v>
                </c:pt>
                <c:pt idx="2">
                  <c:v>2149</c:v>
                </c:pt>
                <c:pt idx="3">
                  <c:v>2146</c:v>
                </c:pt>
                <c:pt idx="4">
                  <c:v>2141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•  WEEK 3-4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Visualization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Cluster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Exploratory Visualization  •  Module 4: Cluster &amp; Similarity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Balu Atchutha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Exploratory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what's in the cleaned dataset before modeling anything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Distribution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used as the type field (no separate Ticket_Type in this dataset) — 5 categories, ~20% share each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73736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1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&amp; Clusters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counts plus the 15 most frequent Subcategories, tracked as separate views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Queue Visuals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18388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by Priority (4 levels, ~25% each) and by Assigned_Team (queue)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B2E33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× Queue combined view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 bar shows the priority mix within each team's queue — confirms every team carries a near-identical priority split, so backlog differences come from volume, not priority mix.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Module 3 Found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priority volumes, straight from the cleaned 1M-row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645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Clusters (Subcategory Proxy)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9659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6F5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5285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and priorities are both close to evenly split, and even the top subcategories cluster tightly around ~2,100-2,170 tickets each — 493 subcategories, near-uniform frequency. Volume alone won't reveal the interesting patterns; that's what Module 4's clustering is for.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4: Cluster &amp; Similarity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issues together and measuring how tight each group 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B2E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74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Cluster_ID and Similarity_Score didn't exist in the raw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860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turned out to be a deterministic template of Subcategory (493 unique values map 1:1). So instead of clustering 1M rows, we clustered the 493 unique subcategories via TF-IDF + KMeans (15 clusters) and broadcast the result back — same outcome, seconds instead of minutes.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EAF6F5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47091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493 unique subcategory strings into numeric text features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19272" y="352044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EAF6F5"/>
          </a:solidFill>
          <a:ln/>
        </p:spPr>
      </p:sp>
      <p:sp>
        <p:nvSpPr>
          <p:cNvPr id="15" name="Text 12"/>
          <p:cNvSpPr/>
          <p:nvPr/>
        </p:nvSpPr>
        <p:spPr>
          <a:xfrm>
            <a:off x="3502152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502152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(k=15)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02152" y="47091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subcategories into 15 clusters of related issues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9904" y="352044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EAF6F5"/>
          </a:solidFill>
          <a:ln/>
        </p:spPr>
      </p:sp>
      <p:sp>
        <p:nvSpPr>
          <p:cNvPr id="19" name="Text 16"/>
          <p:cNvSpPr/>
          <p:nvPr/>
        </p:nvSpPr>
        <p:spPr>
          <a:xfrm>
            <a:off x="6272784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272784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72784" y="47091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each item to its own cluster centroid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860536" y="3520440"/>
            <a:ext cx="2606040" cy="2377440"/>
          </a:xfrm>
          <a:prstGeom prst="roundRect">
            <a:avLst>
              <a:gd name="adj" fmla="val 2692"/>
            </a:avLst>
          </a:prstGeom>
          <a:solidFill>
            <a:srgbClr val="EAF6F5"/>
          </a:solidFill>
          <a:ln/>
        </p:spPr>
      </p:sp>
      <p:sp>
        <p:nvSpPr>
          <p:cNvPr id="23" name="Text 20"/>
          <p:cNvSpPr/>
          <p:nvPr/>
        </p:nvSpPr>
        <p:spPr>
          <a:xfrm>
            <a:off x="9043416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043416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Back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043416" y="47091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cluster labels onto all 1,000,000 tickets by Subcategory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15 Clusters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ticket volume — actual output from the clustering run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93192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286000"/>
              </a:tblGrid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Tickets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Avg Similarity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Avg Resolution (hrs)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Expired / Access / Attempt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259,833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Suspicious / Detected / Activity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127,622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0.38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Denied / Access / Policy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109,786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96.3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Crash / Application / VM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97,388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Laptop / Screen / Tint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90,729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96.1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Failure / Network / Login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63,040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Network / Detected / Server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61,113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96.5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Error / Network / Authentication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48,812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95.8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ranked list of all 15 clusters (including the remaining 6, smaller clusters) is in the notebook's cluster_summary table.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Visualizations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Module 4's minimum-8 deliverable requirement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Avg similarity score by cluster (bar)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45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Cluster size / ticket count (bar)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Cluster × Category heatmap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65176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517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Category composition per cluster (stacked bar)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Resolution time by cluster (boxplot)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65760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Similarity score by Category (boxplot)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634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Cluster size vs. avg similarity (scatter)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6344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634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Cluster size vs. avg resolution time (scatter — problem-cluster finder)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B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in #8 is the key output — it plots every cluster by size vs. speed, so the ones in the top-right (big AND slow) are the clearest targets for process improvement.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Patterns &amp; Problem Clusters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summary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cluster by far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“Expired / Access / Attempt” accounts for 259,833 tickets — more than double the next largest cluster — but has the lowest similarity score (0.13), meaning it's a loose, catch-all grouping rather than one tight issue type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77063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Tightest, most specific cluster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1089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“Library / Crash / Application” has a similarity score of 1.00, but is small (1,979 tickets) — a narrow, well-defined issue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94106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is flat across clusters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27939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 average ~95-96 hours to resolve regardless of size or similarity — this points to a uniform process/SLA rather than cluster-specific bottlenecks in this 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11149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varies by cluster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4498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and stacked bar (viz #3-4) show which clusters are category-specific vs. cut across multiple categories — the mixed ones are candidates for cross-team process alignment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2: Complete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is now tagged with a cluster, a similarity score, and a performance profile.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— Milestone 3 (Week 5-6)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Performance trend analysis — resolution time by priority &amp; 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teams handle tickets fastest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high-priority tickets still unresolved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Balu Atchutha  •  baluatchutha777@gmail.com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Supportlytics - Milestone 2 (Week 3-4)</dc:title>
  <dc:subject>PptxGenJS Presentation</dc:subject>
  <dc:creator>Balu Atchutha</dc:creator>
  <cp:lastModifiedBy>Balu Atchutha</cp:lastModifiedBy>
  <cp:revision>1</cp:revision>
  <dcterms:created xsi:type="dcterms:W3CDTF">2026-07-24T11:08:09Z</dcterms:created>
  <dcterms:modified xsi:type="dcterms:W3CDTF">2026-07-24T11:08:09Z</dcterms:modified>
</cp:coreProperties>
</file>