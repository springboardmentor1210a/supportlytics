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65" r:id="rId6"/>
    <p:sldId id="259" r:id="rId7"/>
    <p:sldId id="264" r:id="rId8"/>
    <p:sldId id="260" r:id="rId9"/>
    <p:sldId id="261" r:id="rId10"/>
    <p:sldId id="262" r:id="rId11"/>
    <p:sldId id="263" r:id="rId12"/>
  </p:sldIdLst>
  <p:sldSz cx="12192000" cy="6858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Syne ExtraBold" panose="020B0604020202020204" charset="0"/>
      <p:regular r:id="rId18"/>
    </p:embeddedFont>
    <p:embeddedFont>
      <p:font typeface="Syne" panose="020B0604020202020204" charset="0"/>
      <p:regular r:id="rId19"/>
    </p:embeddedFont>
    <p:embeddedFont>
      <p:font typeface="Syne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529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jpeg"/><Relationship Id="rId7" Type="http://schemas.openxmlformats.org/officeDocument/2006/relationships/image" Target="../media/image-3-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-3-3.sv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-3-3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.png"/><Relationship Id="rId3" Type="http://schemas.openxmlformats.org/officeDocument/2006/relationships/image" Target="../media/image18.png"/><Relationship Id="rId7" Type="http://schemas.openxmlformats.org/officeDocument/2006/relationships/image" Target="../media/image-7-2.svg"/><Relationship Id="rId12" Type="http://schemas.openxmlformats.org/officeDocument/2006/relationships/image" Target="../media/image-7-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4.svg"/><Relationship Id="rId11" Type="http://schemas.openxmlformats.org/officeDocument/2006/relationships/image" Target="../media/image21.png"/><Relationship Id="rId5" Type="http://schemas.openxmlformats.org/officeDocument/2006/relationships/image" Target="../media/image19.png"/><Relationship Id="rId10" Type="http://schemas.openxmlformats.org/officeDocument/2006/relationships/image" Target="../media/image-7-2.svg"/><Relationship Id="rId4" Type="http://schemas.openxmlformats.org/officeDocument/2006/relationships/image" Target="../media/image-7-2.svg"/><Relationship Id="rId9" Type="http://schemas.openxmlformats.org/officeDocument/2006/relationships/image" Target="../media/image-7-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16645"/>
            <a:ext cx="6296860" cy="392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Supportlytics: Data-Driven Optimization of IT Support Team Performance Using Advanced Analytics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4613077"/>
            <a:ext cx="62968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Milestone 3 – Week 5–6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233360" y="5726211"/>
            <a:ext cx="690644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 smtClean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AARMITHA A </a:t>
            </a:r>
            <a:endParaRPr lang="en-US" sz="1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316" y="6356324"/>
            <a:ext cx="1625684" cy="501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39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Milestone Overview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7021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Objective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12615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objective of this milestone is to evaluate IT support performance by analyzing ticket resolution trends, identifying operational bottlenecks, and exploring geographic patterns in customer support tickets.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01446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Work Completed</a:t>
            </a:r>
            <a:endParaRPr lang="en-US" sz="2950" dirty="0"/>
          </a:p>
        </p:txBody>
      </p:sp>
      <p:sp>
        <p:nvSpPr>
          <p:cNvPr id="6" name="Shape 4"/>
          <p:cNvSpPr/>
          <p:nvPr/>
        </p:nvSpPr>
        <p:spPr>
          <a:xfrm>
            <a:off x="525350" y="3770412"/>
            <a:ext cx="5476043" cy="2383631"/>
          </a:xfrm>
          <a:prstGeom prst="roundRect">
            <a:avLst>
              <a:gd name="adj" fmla="val 5710"/>
            </a:avLst>
          </a:prstGeom>
          <a:solidFill>
            <a:srgbClr val="A9F00F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14357" y="3959423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Module 5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14357" y="4443710"/>
            <a:ext cx="5098029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Analyzed average resolution time by priority and ticket type.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Identified the fastest performing support teams and regions.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Detected unresolved high-priority tickets.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395942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Module 6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32776" y="4443710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Created geographic heatmaps for ticket concentration.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Visualized issue distribution using latitude and longitude.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Evaluated the relationship between cluster size and performance score.</a:t>
            </a:r>
            <a:endParaRPr lang="en-US" sz="14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316" y="6394031"/>
            <a:ext cx="1625684" cy="501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316" y="6394031"/>
            <a:ext cx="1625684" cy="50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937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0813" y="643179"/>
            <a:ext cx="7759551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Performance </a:t>
            </a:r>
            <a:r>
              <a:rPr lang="en-US" sz="2400" dirty="0" smtClean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Trend Analysis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850813" y="1099385"/>
            <a:ext cx="7341187" cy="8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Average </a:t>
            </a:r>
            <a:r>
              <a:rPr lang="en-US" sz="2400" dirty="0" smtClean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Resolution Time </a:t>
            </a: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Analysis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849" y="2612801"/>
            <a:ext cx="6296860" cy="1877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1548" y="2812903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Resolution Time by Priority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215124" y="3214201"/>
            <a:ext cx="5842449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Compared average resolution times across Low, Medium, High, and Urgent priorities.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Evaluated whether critical tickets receive faster attention.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Assessed support efficiency and SLA performance.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7849" y="4934248"/>
            <a:ext cx="6296860" cy="13064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15123" y="5082282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Resolution Time by Ticket Type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215252" y="5508972"/>
            <a:ext cx="5842449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Compared resolution time for Problems, Requests, and Incidents.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Identified ticket types requiring greater effort and longer resolution.</a:t>
            </a:r>
            <a:endParaRPr lang="en-US" sz="13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6316" y="6356324"/>
            <a:ext cx="1625684" cy="50167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7710" y="1889818"/>
            <a:ext cx="3694290" cy="24906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7710" y="4380497"/>
            <a:ext cx="3694290" cy="2477503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8169628" y="1779817"/>
            <a:ext cx="4108082" cy="51515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3829" y="1889817"/>
            <a:ext cx="3508255" cy="236525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3826" y="4255073"/>
            <a:ext cx="3508257" cy="2352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316" y="6510968"/>
            <a:ext cx="1625684" cy="34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3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376" y="58734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Operational 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768231" y="111585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Team and Region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" y="1768645"/>
            <a:ext cx="4158352" cy="4742323"/>
          </a:xfrm>
          <a:prstGeom prst="roundRect">
            <a:avLst>
              <a:gd name="adj" fmla="val 297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1919" y="2026675"/>
            <a:ext cx="350631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Resolution Time by Region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261919" y="5122788"/>
            <a:ext cx="3506311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Compared average resolution time across different regions.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Identified regions with faster support performance.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71856" y="2208538"/>
            <a:ext cx="3874185" cy="4587678"/>
          </a:xfrm>
          <a:prstGeom prst="roundRect">
            <a:avLst>
              <a:gd name="adj" fmla="val 297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9115" y="2385651"/>
            <a:ext cx="3106164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Resolution Time by Support Team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646933" y="5321978"/>
            <a:ext cx="3106164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Evaluated performance of each support queue.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Compared operational efficiency among support teams.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46042" y="1818754"/>
            <a:ext cx="4145958" cy="4692214"/>
          </a:xfrm>
          <a:prstGeom prst="roundRect">
            <a:avLst>
              <a:gd name="adj" fmla="val 297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2993" y="1942739"/>
            <a:ext cx="354729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High-Priority Unresolved Issues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72993" y="5121935"/>
            <a:ext cx="3781474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Filtered unresolved High and Urgent tickets.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Identified critical categories requiring immediate attention.</a:t>
            </a:r>
            <a:endParaRPr lang="en-US" sz="14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316" y="6510968"/>
            <a:ext cx="1625684" cy="34703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2" y="2822313"/>
            <a:ext cx="4124369" cy="215113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6458" y="3366311"/>
            <a:ext cx="3884980" cy="184045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/>
          <a:srcRect l="942" t="1521"/>
          <a:stretch/>
        </p:blipFill>
        <p:spPr>
          <a:xfrm>
            <a:off x="8064942" y="2828564"/>
            <a:ext cx="4117608" cy="21800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2"/>
          <a:srcRect t="4824" b="38885"/>
          <a:stretch/>
        </p:blipFill>
        <p:spPr>
          <a:xfrm>
            <a:off x="0" y="0"/>
            <a:ext cx="12755232" cy="683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06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 t="4824" b="38885"/>
          <a:stretch/>
        </p:blipFill>
        <p:spPr>
          <a:xfrm>
            <a:off x="0" y="0"/>
            <a:ext cx="12755232" cy="6833937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003" y="17752"/>
            <a:ext cx="11295598" cy="63459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685" y="1510828"/>
            <a:ext cx="6296860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Geographic Analysis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61475" y="2054397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Ticket Concentration Heatmap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61475" y="2318914"/>
            <a:ext cx="6296860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Visualized ticket density across different regions.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Identified regions generating higher support demand.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073054" y="464851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Category Distribution by Region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7512776" y="845665"/>
            <a:ext cx="6296860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Compared issue categories across geographic locations.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Identified region-specific support patterns.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255388" y="3393723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Geographic Ticket Map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5796557" y="3779981"/>
            <a:ext cx="6296860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Displayed ticket distribution using representative latitude and longitude coordinates.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Highlighted regional service demand visually.</a:t>
            </a:r>
            <a:endParaRPr lang="en-US" sz="1000" dirty="0"/>
          </a:p>
        </p:txBody>
      </p:sp>
      <p:sp>
        <p:nvSpPr>
          <p:cNvPr id="3" name="Text 0"/>
          <p:cNvSpPr/>
          <p:nvPr/>
        </p:nvSpPr>
        <p:spPr>
          <a:xfrm>
            <a:off x="661475" y="628377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Geographic and Category-Level Insights</a:t>
            </a:r>
            <a:endParaRPr lang="en-US" sz="26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685" y="2922262"/>
            <a:ext cx="3476021" cy="250006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6549" y="1271000"/>
            <a:ext cx="3333448" cy="206109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0560" y="4311231"/>
            <a:ext cx="4729479" cy="16404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839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Cluster Performance Analysis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8529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Cluster Size vs Performance Score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193967" y="2875162"/>
            <a:ext cx="5476043" cy="2988270"/>
          </a:xfrm>
          <a:prstGeom prst="roundRect">
            <a:avLst>
              <a:gd name="adj" fmla="val 4554"/>
            </a:avLst>
          </a:prstGeom>
          <a:solidFill>
            <a:srgbClr val="A9F00F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82973" y="313025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Performance Score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388233" y="3468931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performance score was calculated using: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88233" y="3791686"/>
            <a:ext cx="509802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Customer Satisfaction Score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Similarity Score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Resolution Time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First Response Time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SLA Compliance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39307" y="292356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Analysis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895575" y="3456122"/>
            <a:ext cx="3273136" cy="2119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Compared cluster size with average performance score.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Evaluated whether larger ticket clusters impact operational efficiency.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Identified clusters requiring process improvement.</a:t>
            </a:r>
            <a:endParaRPr lang="en-US" sz="145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316" y="6356324"/>
            <a:ext cx="1625684" cy="5016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532" y="4179329"/>
            <a:ext cx="5174426" cy="22778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65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Key Findings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35262"/>
            <a:ext cx="3496877" cy="39560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8183" y="2099171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2716709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Performance Insights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5881" y="3420666"/>
            <a:ext cx="3068065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Resolution time varies across ticket priorities and ticket types.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Some support teams and regions resolve tickets more efficiently than others.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High-priority unresolved tickets indicate operational bottlenecks.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7359" y="1935262"/>
            <a:ext cx="3496877" cy="395605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54067" y="2099171"/>
            <a:ext cx="283461" cy="2834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61766" y="2716709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Geographic Insights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4561766" y="3420666"/>
            <a:ext cx="3068065" cy="1578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Ticket concentration differs across regions.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Regional analysis highlights varying customer support demands.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33244" y="1935262"/>
            <a:ext cx="3496877" cy="3956050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39952" y="2099171"/>
            <a:ext cx="283461" cy="2834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47650" y="271670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Cluster Insights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8247650" y="3125391"/>
            <a:ext cx="3068065" cy="2551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Larger ticket clusters tend to exhibit lower operational performance.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Smaller clusters generally achieve better performance scores.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Cluster-level analysis helps prioritize improvement initiatives.</a:t>
            </a:r>
            <a:endParaRPr lang="en-US" sz="14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66316" y="6356324"/>
            <a:ext cx="1625684" cy="501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41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Milestone Deliverables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1038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Completed Deliverables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525350" y="2866330"/>
            <a:ext cx="5476043" cy="2547541"/>
          </a:xfrm>
          <a:prstGeom prst="roundRect">
            <a:avLst>
              <a:gd name="adj" fmla="val 5342"/>
            </a:avLst>
          </a:prstGeom>
          <a:solidFill>
            <a:srgbClr val="A9F00F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305534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Module 5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3539629"/>
            <a:ext cx="5098029" cy="1808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✔ Resolution Time Analysis by Priority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✔ Resolution Time Analysis by Ticket Type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✔ Region Performance Analysis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✔ Support Team Performance Analysis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✔ High-Priority Unresolved Ticket Analysis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305534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Module 6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539629"/>
            <a:ext cx="5203794" cy="1433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✔</a:t>
            </a: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Ticket Concentration Heatmaps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✔</a:t>
            </a: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Geographic Ticket Visualization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✔</a:t>
            </a: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Cluster Size vs Performance Score Analysis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✔</a:t>
            </a: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Comparative Performance Charts</a:t>
            </a:r>
            <a:endParaRPr lang="en-US" sz="14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316" y="6356324"/>
            <a:ext cx="1625684" cy="501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485</Words>
  <Application>Microsoft Office PowerPoint</Application>
  <PresentationFormat>Widescreen</PresentationFormat>
  <Paragraphs>92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Syne ExtraBold</vt:lpstr>
      <vt:lpstr>Syne</vt:lpstr>
      <vt:lpstr>Syne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Aarmitha</dc:creator>
  <cp:lastModifiedBy>Aarmitha</cp:lastModifiedBy>
  <cp:revision>7</cp:revision>
  <dcterms:created xsi:type="dcterms:W3CDTF">2026-08-02T17:37:16Z</dcterms:created>
  <dcterms:modified xsi:type="dcterms:W3CDTF">2026-08-03T11:35:47Z</dcterms:modified>
</cp:coreProperties>
</file>